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Lst>
  <p:sldIdLst>
    <p:sldId id="256" r:id="rId2"/>
    <p:sldId id="257" r:id="rId3"/>
    <p:sldId id="258" r:id="rId4"/>
    <p:sldId id="264" r:id="rId5"/>
    <p:sldId id="265" r:id="rId6"/>
    <p:sldId id="259" r:id="rId7"/>
    <p:sldId id="260" r:id="rId8"/>
    <p:sldId id="261" r:id="rId9"/>
    <p:sldId id="267" r:id="rId10"/>
    <p:sldId id="268" r:id="rId11"/>
    <p:sldId id="269" r:id="rId12"/>
    <p:sldId id="262" r:id="rId13"/>
    <p:sldId id="263"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3F579-B4C5-4745-B279-8E91FBBC6572}" v="7" dt="2025-11-12T10:37:32.3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Virkar" userId="f7f9d2eb98be3246" providerId="LiveId" clId="{205A77FF-6BD1-4ACD-AF0D-5780CA38425D}"/>
    <pc:docChg chg="undo custSel addSld delSld modSld">
      <pc:chgData name="Sonali Virkar" userId="f7f9d2eb98be3246" providerId="LiveId" clId="{205A77FF-6BD1-4ACD-AF0D-5780CA38425D}" dt="2025-11-12T11:17:29.851" v="182" actId="20577"/>
      <pc:docMkLst>
        <pc:docMk/>
      </pc:docMkLst>
      <pc:sldChg chg="modSp mod">
        <pc:chgData name="Sonali Virkar" userId="f7f9d2eb98be3246" providerId="LiveId" clId="{205A77FF-6BD1-4ACD-AF0D-5780CA38425D}" dt="2025-11-12T11:17:29.851" v="182" actId="20577"/>
        <pc:sldMkLst>
          <pc:docMk/>
          <pc:sldMk cId="2337177788" sldId="257"/>
        </pc:sldMkLst>
        <pc:spChg chg="mod">
          <ac:chgData name="Sonali Virkar" userId="f7f9d2eb98be3246" providerId="LiveId" clId="{205A77FF-6BD1-4ACD-AF0D-5780CA38425D}" dt="2025-11-12T11:17:29.851" v="182" actId="20577"/>
          <ac:spMkLst>
            <pc:docMk/>
            <pc:sldMk cId="2337177788" sldId="257"/>
            <ac:spMk id="3" creationId="{77D9184E-17D5-E45B-F5BF-EF25DF7B2FFA}"/>
          </ac:spMkLst>
        </pc:spChg>
      </pc:sldChg>
      <pc:sldChg chg="modSp mod">
        <pc:chgData name="Sonali Virkar" userId="f7f9d2eb98be3246" providerId="LiveId" clId="{205A77FF-6BD1-4ACD-AF0D-5780CA38425D}" dt="2025-11-12T08:34:42.954" v="9" actId="20577"/>
        <pc:sldMkLst>
          <pc:docMk/>
          <pc:sldMk cId="3232477434" sldId="258"/>
        </pc:sldMkLst>
        <pc:spChg chg="mod">
          <ac:chgData name="Sonali Virkar" userId="f7f9d2eb98be3246" providerId="LiveId" clId="{205A77FF-6BD1-4ACD-AF0D-5780CA38425D}" dt="2025-11-12T08:34:42.954" v="9" actId="20577"/>
          <ac:spMkLst>
            <pc:docMk/>
            <pc:sldMk cId="3232477434" sldId="258"/>
            <ac:spMk id="3" creationId="{8E4E3C28-DC48-62AF-9E80-C1ABF83F7A2A}"/>
          </ac:spMkLst>
        </pc:spChg>
      </pc:sldChg>
      <pc:sldChg chg="addSp delSp modSp mod">
        <pc:chgData name="Sonali Virkar" userId="f7f9d2eb98be3246" providerId="LiveId" clId="{205A77FF-6BD1-4ACD-AF0D-5780CA38425D}" dt="2025-11-11T14:40:45.480" v="8" actId="14100"/>
        <pc:sldMkLst>
          <pc:docMk/>
          <pc:sldMk cId="1202669481" sldId="260"/>
        </pc:sldMkLst>
        <pc:spChg chg="add del mod">
          <ac:chgData name="Sonali Virkar" userId="f7f9d2eb98be3246" providerId="LiveId" clId="{205A77FF-6BD1-4ACD-AF0D-5780CA38425D}" dt="2025-11-11T14:40:07.145" v="1" actId="22"/>
          <ac:spMkLst>
            <pc:docMk/>
            <pc:sldMk cId="1202669481" sldId="260"/>
            <ac:spMk id="3" creationId="{3F5EE41A-D12E-56AF-EF9A-1652F567B5F8}"/>
          </ac:spMkLst>
        </pc:spChg>
        <pc:picChg chg="del">
          <ac:chgData name="Sonali Virkar" userId="f7f9d2eb98be3246" providerId="LiveId" clId="{205A77FF-6BD1-4ACD-AF0D-5780CA38425D}" dt="2025-11-11T14:37:44.109" v="0" actId="478"/>
          <ac:picMkLst>
            <pc:docMk/>
            <pc:sldMk cId="1202669481" sldId="260"/>
            <ac:picMk id="5" creationId="{60419B78-B32D-6CCE-915D-BFC3E860E67B}"/>
          </ac:picMkLst>
        </pc:picChg>
        <pc:picChg chg="add mod ord">
          <ac:chgData name="Sonali Virkar" userId="f7f9d2eb98be3246" providerId="LiveId" clId="{205A77FF-6BD1-4ACD-AF0D-5780CA38425D}" dt="2025-11-11T14:40:45.480" v="8" actId="14100"/>
          <ac:picMkLst>
            <pc:docMk/>
            <pc:sldMk cId="1202669481" sldId="260"/>
            <ac:picMk id="6" creationId="{A3C5EF05-7B99-9D65-C538-AEC7A253D14D}"/>
          </ac:picMkLst>
        </pc:picChg>
      </pc:sldChg>
      <pc:sldChg chg="modSp del mod">
        <pc:chgData name="Sonali Virkar" userId="f7f9d2eb98be3246" providerId="LiveId" clId="{205A77FF-6BD1-4ACD-AF0D-5780CA38425D}" dt="2025-11-12T09:44:00.292" v="91" actId="2696"/>
        <pc:sldMkLst>
          <pc:docMk/>
          <pc:sldMk cId="362927189" sldId="261"/>
        </pc:sldMkLst>
        <pc:picChg chg="mod">
          <ac:chgData name="Sonali Virkar" userId="f7f9d2eb98be3246" providerId="LiveId" clId="{205A77FF-6BD1-4ACD-AF0D-5780CA38425D}" dt="2025-11-12T08:37:20.406" v="10" actId="12788"/>
          <ac:picMkLst>
            <pc:docMk/>
            <pc:sldMk cId="362927189" sldId="261"/>
            <ac:picMk id="4" creationId="{C0DDD9D3-50C5-3602-8501-C996314C5475}"/>
          </ac:picMkLst>
        </pc:picChg>
      </pc:sldChg>
      <pc:sldChg chg="add">
        <pc:chgData name="Sonali Virkar" userId="f7f9d2eb98be3246" providerId="LiveId" clId="{205A77FF-6BD1-4ACD-AF0D-5780CA38425D}" dt="2025-11-12T09:44:05.051" v="92"/>
        <pc:sldMkLst>
          <pc:docMk/>
          <pc:sldMk cId="725851203" sldId="261"/>
        </pc:sldMkLst>
      </pc:sldChg>
      <pc:sldChg chg="addSp delSp modSp mod">
        <pc:chgData name="Sonali Virkar" userId="f7f9d2eb98be3246" providerId="LiveId" clId="{205A77FF-6BD1-4ACD-AF0D-5780CA38425D}" dt="2025-11-12T10:31:09.775" v="109" actId="14100"/>
        <pc:sldMkLst>
          <pc:docMk/>
          <pc:sldMk cId="3561815910" sldId="267"/>
        </pc:sldMkLst>
        <pc:spChg chg="del">
          <ac:chgData name="Sonali Virkar" userId="f7f9d2eb98be3246" providerId="LiveId" clId="{205A77FF-6BD1-4ACD-AF0D-5780CA38425D}" dt="2025-11-12T09:35:17.378" v="11" actId="22"/>
          <ac:spMkLst>
            <pc:docMk/>
            <pc:sldMk cId="3561815910" sldId="267"/>
            <ac:spMk id="3" creationId="{B4850BF7-6855-020D-7CE3-7E8FBB1D4009}"/>
          </ac:spMkLst>
        </pc:spChg>
        <pc:picChg chg="add mod ord">
          <ac:chgData name="Sonali Virkar" userId="f7f9d2eb98be3246" providerId="LiveId" clId="{205A77FF-6BD1-4ACD-AF0D-5780CA38425D}" dt="2025-11-12T10:31:07.258" v="108" actId="14100"/>
          <ac:picMkLst>
            <pc:docMk/>
            <pc:sldMk cId="3561815910" sldId="267"/>
            <ac:picMk id="5" creationId="{878410FC-2015-5D3F-4D47-52D34AE6E130}"/>
          </ac:picMkLst>
        </pc:picChg>
        <pc:picChg chg="add del mod">
          <ac:chgData name="Sonali Virkar" userId="f7f9d2eb98be3246" providerId="LiveId" clId="{205A77FF-6BD1-4ACD-AF0D-5780CA38425D}" dt="2025-11-12T10:31:09.775" v="109" actId="14100"/>
          <ac:picMkLst>
            <pc:docMk/>
            <pc:sldMk cId="3561815910" sldId="267"/>
            <ac:picMk id="7" creationId="{019280DA-1F74-CF31-3FF2-E90930875959}"/>
          </ac:picMkLst>
        </pc:picChg>
      </pc:sldChg>
      <pc:sldChg chg="addSp delSp modSp new mod">
        <pc:chgData name="Sonali Virkar" userId="f7f9d2eb98be3246" providerId="LiveId" clId="{205A77FF-6BD1-4ACD-AF0D-5780CA38425D}" dt="2025-11-12T10:32:19.166" v="128" actId="1076"/>
        <pc:sldMkLst>
          <pc:docMk/>
          <pc:sldMk cId="81640874" sldId="268"/>
        </pc:sldMkLst>
        <pc:spChg chg="del">
          <ac:chgData name="Sonali Virkar" userId="f7f9d2eb98be3246" providerId="LiveId" clId="{205A77FF-6BD1-4ACD-AF0D-5780CA38425D}" dt="2025-11-12T09:36:31.726" v="29" actId="21"/>
          <ac:spMkLst>
            <pc:docMk/>
            <pc:sldMk cId="81640874" sldId="268"/>
            <ac:spMk id="2" creationId="{B1D67F6C-5EF2-AE31-5F3A-EAFC6C695864}"/>
          </ac:spMkLst>
        </pc:spChg>
        <pc:spChg chg="add del mod">
          <ac:chgData name="Sonali Virkar" userId="f7f9d2eb98be3246" providerId="LiveId" clId="{205A77FF-6BD1-4ACD-AF0D-5780CA38425D}" dt="2025-11-12T10:31:22.682" v="111"/>
          <ac:spMkLst>
            <pc:docMk/>
            <pc:sldMk cId="81640874" sldId="268"/>
            <ac:spMk id="3" creationId="{7DFE0060-3BFC-2818-0120-C381A8AB67C2}"/>
          </ac:spMkLst>
        </pc:spChg>
        <pc:spChg chg="del">
          <ac:chgData name="Sonali Virkar" userId="f7f9d2eb98be3246" providerId="LiveId" clId="{205A77FF-6BD1-4ACD-AF0D-5780CA38425D}" dt="2025-11-12T09:36:28.918" v="28"/>
          <ac:spMkLst>
            <pc:docMk/>
            <pc:sldMk cId="81640874" sldId="268"/>
            <ac:spMk id="3" creationId="{9ED29579-101B-33F8-7547-1A9F5A903F80}"/>
          </ac:spMkLst>
        </pc:spChg>
        <pc:picChg chg="add mod modCrop">
          <ac:chgData name="Sonali Virkar" userId="f7f9d2eb98be3246" providerId="LiveId" clId="{205A77FF-6BD1-4ACD-AF0D-5780CA38425D}" dt="2025-11-12T10:32:06.776" v="127" actId="14100"/>
          <ac:picMkLst>
            <pc:docMk/>
            <pc:sldMk cId="81640874" sldId="268"/>
            <ac:picMk id="4" creationId="{FFDE11C3-701A-E385-1602-CCCEA2B44B4F}"/>
          </ac:picMkLst>
        </pc:picChg>
        <pc:picChg chg="add mod">
          <ac:chgData name="Sonali Virkar" userId="f7f9d2eb98be3246" providerId="LiveId" clId="{205A77FF-6BD1-4ACD-AF0D-5780CA38425D}" dt="2025-11-12T10:32:19.166" v="128" actId="1076"/>
          <ac:picMkLst>
            <pc:docMk/>
            <pc:sldMk cId="81640874" sldId="268"/>
            <ac:picMk id="5" creationId="{143A1ACF-2E5A-ABA6-4987-9B714E15C198}"/>
          </ac:picMkLst>
        </pc:picChg>
        <pc:picChg chg="add del mod">
          <ac:chgData name="Sonali Virkar" userId="f7f9d2eb98be3246" providerId="LiveId" clId="{205A77FF-6BD1-4ACD-AF0D-5780CA38425D}" dt="2025-11-12T10:30:47.068" v="98" actId="21"/>
          <ac:picMkLst>
            <pc:docMk/>
            <pc:sldMk cId="81640874" sldId="268"/>
            <ac:picMk id="7" creationId="{019280DA-1F74-CF31-3FF2-E90930875959}"/>
          </ac:picMkLst>
        </pc:picChg>
      </pc:sldChg>
      <pc:sldChg chg="addSp delSp modSp new mod">
        <pc:chgData name="Sonali Virkar" userId="f7f9d2eb98be3246" providerId="LiveId" clId="{205A77FF-6BD1-4ACD-AF0D-5780CA38425D}" dt="2025-11-12T10:39:08.617" v="154" actId="14100"/>
        <pc:sldMkLst>
          <pc:docMk/>
          <pc:sldMk cId="1246451691" sldId="269"/>
        </pc:sldMkLst>
        <pc:spChg chg="del">
          <ac:chgData name="Sonali Virkar" userId="f7f9d2eb98be3246" providerId="LiveId" clId="{205A77FF-6BD1-4ACD-AF0D-5780CA38425D}" dt="2025-11-12T09:37:01.716" v="35" actId="21"/>
          <ac:spMkLst>
            <pc:docMk/>
            <pc:sldMk cId="1246451691" sldId="269"/>
            <ac:spMk id="2" creationId="{D65A587F-6D12-D97C-5814-1B2A93416487}"/>
          </ac:spMkLst>
        </pc:spChg>
        <pc:spChg chg="add del mod">
          <ac:chgData name="Sonali Virkar" userId="f7f9d2eb98be3246" providerId="LiveId" clId="{205A77FF-6BD1-4ACD-AF0D-5780CA38425D}" dt="2025-11-12T10:36:58.677" v="131"/>
          <ac:spMkLst>
            <pc:docMk/>
            <pc:sldMk cId="1246451691" sldId="269"/>
            <ac:spMk id="3" creationId="{19754C2F-3256-B2B6-14D4-045ED4C41790}"/>
          </ac:spMkLst>
        </pc:spChg>
        <pc:spChg chg="del">
          <ac:chgData name="Sonali Virkar" userId="f7f9d2eb98be3246" providerId="LiveId" clId="{205A77FF-6BD1-4ACD-AF0D-5780CA38425D}" dt="2025-11-12T09:37:37.911" v="36" actId="22"/>
          <ac:spMkLst>
            <pc:docMk/>
            <pc:sldMk cId="1246451691" sldId="269"/>
            <ac:spMk id="3" creationId="{D7D4794D-22EF-52FB-5CBE-B114D94E8A02}"/>
          </ac:spMkLst>
        </pc:spChg>
        <pc:picChg chg="add mod">
          <ac:chgData name="Sonali Virkar" userId="f7f9d2eb98be3246" providerId="LiveId" clId="{205A77FF-6BD1-4ACD-AF0D-5780CA38425D}" dt="2025-11-12T10:37:09.446" v="136" actId="14100"/>
          <ac:picMkLst>
            <pc:docMk/>
            <pc:sldMk cId="1246451691" sldId="269"/>
            <ac:picMk id="4" creationId="{914C9BBC-3775-BF93-95CF-27EA80CFEA63}"/>
          </ac:picMkLst>
        </pc:picChg>
        <pc:picChg chg="add del mod ord">
          <ac:chgData name="Sonali Virkar" userId="f7f9d2eb98be3246" providerId="LiveId" clId="{205A77FF-6BD1-4ACD-AF0D-5780CA38425D}" dt="2025-11-12T10:31:19.721" v="110" actId="21"/>
          <ac:picMkLst>
            <pc:docMk/>
            <pc:sldMk cId="1246451691" sldId="269"/>
            <ac:picMk id="5" creationId="{143A1ACF-2E5A-ABA6-4987-9B714E15C198}"/>
          </ac:picMkLst>
        </pc:picChg>
        <pc:picChg chg="add mod">
          <ac:chgData name="Sonali Virkar" userId="f7f9d2eb98be3246" providerId="LiveId" clId="{205A77FF-6BD1-4ACD-AF0D-5780CA38425D}" dt="2025-11-12T10:39:08.617" v="154" actId="14100"/>
          <ac:picMkLst>
            <pc:docMk/>
            <pc:sldMk cId="1246451691" sldId="269"/>
            <ac:picMk id="6" creationId="{BAEF116E-A62F-6AED-3731-203D5D66A539}"/>
          </ac:picMkLst>
        </pc:picChg>
      </pc:sldChg>
      <pc:sldChg chg="addSp delSp modSp new del mod">
        <pc:chgData name="Sonali Virkar" userId="f7f9d2eb98be3246" providerId="LiveId" clId="{205A77FF-6BD1-4ACD-AF0D-5780CA38425D}" dt="2025-11-12T10:40:45.955" v="162" actId="2696"/>
        <pc:sldMkLst>
          <pc:docMk/>
          <pc:sldMk cId="1275095322" sldId="270"/>
        </pc:sldMkLst>
        <pc:spChg chg="del">
          <ac:chgData name="Sonali Virkar" userId="f7f9d2eb98be3246" providerId="LiveId" clId="{205A77FF-6BD1-4ACD-AF0D-5780CA38425D}" dt="2025-11-12T09:37:52.123" v="41" actId="21"/>
          <ac:spMkLst>
            <pc:docMk/>
            <pc:sldMk cId="1275095322" sldId="270"/>
            <ac:spMk id="2" creationId="{A9E06080-D689-9C5B-7818-DEE72C9512C8}"/>
          </ac:spMkLst>
        </pc:spChg>
        <pc:spChg chg="add mod">
          <ac:chgData name="Sonali Virkar" userId="f7f9d2eb98be3246" providerId="LiveId" clId="{205A77FF-6BD1-4ACD-AF0D-5780CA38425D}" dt="2025-11-12T10:31:35.037" v="116" actId="21"/>
          <ac:spMkLst>
            <pc:docMk/>
            <pc:sldMk cId="1275095322" sldId="270"/>
            <ac:spMk id="3" creationId="{202C5E26-2C8F-8125-DC54-6F95213515A4}"/>
          </ac:spMkLst>
        </pc:spChg>
        <pc:spChg chg="del">
          <ac:chgData name="Sonali Virkar" userId="f7f9d2eb98be3246" providerId="LiveId" clId="{205A77FF-6BD1-4ACD-AF0D-5780CA38425D}" dt="2025-11-12T09:38:51.451" v="45" actId="22"/>
          <ac:spMkLst>
            <pc:docMk/>
            <pc:sldMk cId="1275095322" sldId="270"/>
            <ac:spMk id="3" creationId="{4A796765-CED0-295B-0C10-FBD5334269A7}"/>
          </ac:spMkLst>
        </pc:spChg>
        <pc:picChg chg="add del mod ord">
          <ac:chgData name="Sonali Virkar" userId="f7f9d2eb98be3246" providerId="LiveId" clId="{205A77FF-6BD1-4ACD-AF0D-5780CA38425D}" dt="2025-11-12T10:31:35.037" v="116" actId="21"/>
          <ac:picMkLst>
            <pc:docMk/>
            <pc:sldMk cId="1275095322" sldId="270"/>
            <ac:picMk id="5" creationId="{FFDE11C3-701A-E385-1602-CCCEA2B44B4F}"/>
          </ac:picMkLst>
        </pc:picChg>
      </pc:sldChg>
      <pc:sldChg chg="addSp delSp modSp new del mod">
        <pc:chgData name="Sonali Virkar" userId="f7f9d2eb98be3246" providerId="LiveId" clId="{205A77FF-6BD1-4ACD-AF0D-5780CA38425D}" dt="2025-11-12T10:40:49.580" v="163" actId="2696"/>
        <pc:sldMkLst>
          <pc:docMk/>
          <pc:sldMk cId="1868082685" sldId="271"/>
        </pc:sldMkLst>
        <pc:spChg chg="del">
          <ac:chgData name="Sonali Virkar" userId="f7f9d2eb98be3246" providerId="LiveId" clId="{205A77FF-6BD1-4ACD-AF0D-5780CA38425D}" dt="2025-11-12T09:39:07.411" v="51" actId="21"/>
          <ac:spMkLst>
            <pc:docMk/>
            <pc:sldMk cId="1868082685" sldId="271"/>
            <ac:spMk id="2" creationId="{4271A2FB-B57A-B1CC-FCFC-2FA91FA83196}"/>
          </ac:spMkLst>
        </pc:spChg>
        <pc:spChg chg="add mod">
          <ac:chgData name="Sonali Virkar" userId="f7f9d2eb98be3246" providerId="LiveId" clId="{205A77FF-6BD1-4ACD-AF0D-5780CA38425D}" dt="2025-11-12T10:36:56.833" v="130" actId="21"/>
          <ac:spMkLst>
            <pc:docMk/>
            <pc:sldMk cId="1868082685" sldId="271"/>
            <ac:spMk id="3" creationId="{6384F600-1B54-B2FB-F71D-846E356E7EE9}"/>
          </ac:spMkLst>
        </pc:spChg>
        <pc:spChg chg="del">
          <ac:chgData name="Sonali Virkar" userId="f7f9d2eb98be3246" providerId="LiveId" clId="{205A77FF-6BD1-4ACD-AF0D-5780CA38425D}" dt="2025-11-12T09:39:42.325" v="52" actId="22"/>
          <ac:spMkLst>
            <pc:docMk/>
            <pc:sldMk cId="1868082685" sldId="271"/>
            <ac:spMk id="3" creationId="{9B3DD289-A158-1745-2F73-608775FD0D82}"/>
          </ac:spMkLst>
        </pc:spChg>
        <pc:picChg chg="add del mod ord modCrop">
          <ac:chgData name="Sonali Virkar" userId="f7f9d2eb98be3246" providerId="LiveId" clId="{205A77FF-6BD1-4ACD-AF0D-5780CA38425D}" dt="2025-11-12T10:36:56.833" v="130" actId="21"/>
          <ac:picMkLst>
            <pc:docMk/>
            <pc:sldMk cId="1868082685" sldId="271"/>
            <ac:picMk id="5" creationId="{914C9BBC-3775-BF93-95CF-27EA80CFEA63}"/>
          </ac:picMkLst>
        </pc:picChg>
      </pc:sldChg>
      <pc:sldChg chg="addSp delSp modSp new del mod">
        <pc:chgData name="Sonali Virkar" userId="f7f9d2eb98be3246" providerId="LiveId" clId="{205A77FF-6BD1-4ACD-AF0D-5780CA38425D}" dt="2025-11-12T10:40:52.747" v="164" actId="2696"/>
        <pc:sldMkLst>
          <pc:docMk/>
          <pc:sldMk cId="3300115443" sldId="272"/>
        </pc:sldMkLst>
        <pc:spChg chg="del">
          <ac:chgData name="Sonali Virkar" userId="f7f9d2eb98be3246" providerId="LiveId" clId="{205A77FF-6BD1-4ACD-AF0D-5780CA38425D}" dt="2025-11-12T09:39:55.619" v="57" actId="21"/>
          <ac:spMkLst>
            <pc:docMk/>
            <pc:sldMk cId="3300115443" sldId="272"/>
            <ac:spMk id="2" creationId="{A3294A1A-B00F-B748-C35D-34F7061E6938}"/>
          </ac:spMkLst>
        </pc:spChg>
        <pc:spChg chg="del">
          <ac:chgData name="Sonali Virkar" userId="f7f9d2eb98be3246" providerId="LiveId" clId="{205A77FF-6BD1-4ACD-AF0D-5780CA38425D}" dt="2025-11-12T09:40:21.963" v="58" actId="22"/>
          <ac:spMkLst>
            <pc:docMk/>
            <pc:sldMk cId="3300115443" sldId="272"/>
            <ac:spMk id="3" creationId="{6E23E110-D074-5442-D38F-0CADC49B0A68}"/>
          </ac:spMkLst>
        </pc:spChg>
        <pc:spChg chg="add mod">
          <ac:chgData name="Sonali Virkar" userId="f7f9d2eb98be3246" providerId="LiveId" clId="{205A77FF-6BD1-4ACD-AF0D-5780CA38425D}" dt="2025-11-12T10:37:30.175" v="138" actId="21"/>
          <ac:spMkLst>
            <pc:docMk/>
            <pc:sldMk cId="3300115443" sldId="272"/>
            <ac:spMk id="3" creationId="{6FFB09CC-E42B-C8D2-07A4-604EFC2A96F9}"/>
          </ac:spMkLst>
        </pc:spChg>
        <pc:picChg chg="add del mod ord modCrop">
          <ac:chgData name="Sonali Virkar" userId="f7f9d2eb98be3246" providerId="LiveId" clId="{205A77FF-6BD1-4ACD-AF0D-5780CA38425D}" dt="2025-11-12T10:37:30.175" v="138" actId="21"/>
          <ac:picMkLst>
            <pc:docMk/>
            <pc:sldMk cId="3300115443" sldId="272"/>
            <ac:picMk id="5" creationId="{BAEF116E-A62F-6AED-3731-203D5D66A539}"/>
          </ac:picMkLst>
        </pc:picChg>
      </pc:sldChg>
      <pc:sldChg chg="addSp delSp modSp new del mod">
        <pc:chgData name="Sonali Virkar" userId="f7f9d2eb98be3246" providerId="LiveId" clId="{205A77FF-6BD1-4ACD-AF0D-5780CA38425D}" dt="2025-11-12T10:40:44.082" v="161" actId="2696"/>
        <pc:sldMkLst>
          <pc:docMk/>
          <pc:sldMk cId="546446717" sldId="273"/>
        </pc:sldMkLst>
        <pc:spChg chg="del">
          <ac:chgData name="Sonali Virkar" userId="f7f9d2eb98be3246" providerId="LiveId" clId="{205A77FF-6BD1-4ACD-AF0D-5780CA38425D}" dt="2025-11-12T09:40:35.306" v="64" actId="21"/>
          <ac:spMkLst>
            <pc:docMk/>
            <pc:sldMk cId="546446717" sldId="273"/>
            <ac:spMk id="2" creationId="{3F3AC6D3-4BEA-EDEE-B04F-BBB2AE46A87B}"/>
          </ac:spMkLst>
        </pc:spChg>
        <pc:spChg chg="del">
          <ac:chgData name="Sonali Virkar" userId="f7f9d2eb98be3246" providerId="LiveId" clId="{205A77FF-6BD1-4ACD-AF0D-5780CA38425D}" dt="2025-11-12T09:41:02.908" v="65" actId="22"/>
          <ac:spMkLst>
            <pc:docMk/>
            <pc:sldMk cId="546446717" sldId="273"/>
            <ac:spMk id="3" creationId="{666F8826-69EE-EF1F-9169-D469A23B534D}"/>
          </ac:spMkLst>
        </pc:spChg>
        <pc:spChg chg="add del mod">
          <ac:chgData name="Sonali Virkar" userId="f7f9d2eb98be3246" providerId="LiveId" clId="{205A77FF-6BD1-4ACD-AF0D-5780CA38425D}" dt="2025-11-12T10:39:05.708" v="152" actId="478"/>
          <ac:spMkLst>
            <pc:docMk/>
            <pc:sldMk cId="546446717" sldId="273"/>
            <ac:spMk id="3" creationId="{B1E7D2A6-7DED-D63D-4986-24BA0707BE4C}"/>
          </ac:spMkLst>
        </pc:spChg>
        <pc:spChg chg="add mod">
          <ac:chgData name="Sonali Virkar" userId="f7f9d2eb98be3246" providerId="LiveId" clId="{205A77FF-6BD1-4ACD-AF0D-5780CA38425D}" dt="2025-11-12T10:40:09.170" v="155" actId="21"/>
          <ac:spMkLst>
            <pc:docMk/>
            <pc:sldMk cId="546446717" sldId="273"/>
            <ac:spMk id="6" creationId="{D5048776-96FA-8993-9CB5-CD2547479BA2}"/>
          </ac:spMkLst>
        </pc:spChg>
        <pc:picChg chg="add del mod ord">
          <ac:chgData name="Sonali Virkar" userId="f7f9d2eb98be3246" providerId="LiveId" clId="{205A77FF-6BD1-4ACD-AF0D-5780CA38425D}" dt="2025-11-12T10:40:09.170" v="155" actId="21"/>
          <ac:picMkLst>
            <pc:docMk/>
            <pc:sldMk cId="546446717" sldId="273"/>
            <ac:picMk id="5" creationId="{47C1508E-BBC6-A8E0-72D7-E39A42BA2738}"/>
          </ac:picMkLst>
        </pc:picChg>
      </pc:sldChg>
      <pc:sldChg chg="addSp delSp modSp new del mod">
        <pc:chgData name="Sonali Virkar" userId="f7f9d2eb98be3246" providerId="LiveId" clId="{205A77FF-6BD1-4ACD-AF0D-5780CA38425D}" dt="2025-11-12T10:40:54.846" v="165" actId="2696"/>
        <pc:sldMkLst>
          <pc:docMk/>
          <pc:sldMk cId="4210220207" sldId="274"/>
        </pc:sldMkLst>
        <pc:spChg chg="del">
          <ac:chgData name="Sonali Virkar" userId="f7f9d2eb98be3246" providerId="LiveId" clId="{205A77FF-6BD1-4ACD-AF0D-5780CA38425D}" dt="2025-11-12T09:41:23.180" v="70" actId="21"/>
          <ac:spMkLst>
            <pc:docMk/>
            <pc:sldMk cId="4210220207" sldId="274"/>
            <ac:spMk id="2" creationId="{EEC682B9-7C5B-3353-7892-8165701D44FA}"/>
          </ac:spMkLst>
        </pc:spChg>
        <pc:spChg chg="add del mod">
          <ac:chgData name="Sonali Virkar" userId="f7f9d2eb98be3246" providerId="LiveId" clId="{205A77FF-6BD1-4ACD-AF0D-5780CA38425D}" dt="2025-11-12T10:39:02.865" v="150" actId="478"/>
          <ac:spMkLst>
            <pc:docMk/>
            <pc:sldMk cId="4210220207" sldId="274"/>
            <ac:spMk id="3" creationId="{11CACCFC-39E2-A232-97F5-0DDD0FD06D4F}"/>
          </ac:spMkLst>
        </pc:spChg>
        <pc:spChg chg="del">
          <ac:chgData name="Sonali Virkar" userId="f7f9d2eb98be3246" providerId="LiveId" clId="{205A77FF-6BD1-4ACD-AF0D-5780CA38425D}" dt="2025-11-12T09:41:52.021" v="71" actId="22"/>
          <ac:spMkLst>
            <pc:docMk/>
            <pc:sldMk cId="4210220207" sldId="274"/>
            <ac:spMk id="3" creationId="{D8DC46B0-E165-21BE-A6E6-B59254004C60}"/>
          </ac:spMkLst>
        </pc:spChg>
        <pc:spChg chg="add mod">
          <ac:chgData name="Sonali Virkar" userId="f7f9d2eb98be3246" providerId="LiveId" clId="{205A77FF-6BD1-4ACD-AF0D-5780CA38425D}" dt="2025-11-12T10:40:14.871" v="156" actId="21"/>
          <ac:spMkLst>
            <pc:docMk/>
            <pc:sldMk cId="4210220207" sldId="274"/>
            <ac:spMk id="6" creationId="{3811F725-BDF0-FAF1-0AC3-81C3F3F4B712}"/>
          </ac:spMkLst>
        </pc:spChg>
        <pc:picChg chg="add del mod ord">
          <ac:chgData name="Sonali Virkar" userId="f7f9d2eb98be3246" providerId="LiveId" clId="{205A77FF-6BD1-4ACD-AF0D-5780CA38425D}" dt="2025-11-12T10:40:14.871" v="156" actId="21"/>
          <ac:picMkLst>
            <pc:docMk/>
            <pc:sldMk cId="4210220207" sldId="274"/>
            <ac:picMk id="5" creationId="{D39DF06B-2532-4C5B-5695-25479222839E}"/>
          </ac:picMkLst>
        </pc:picChg>
      </pc:sldChg>
      <pc:sldChg chg="addSp delSp modSp new del mod">
        <pc:chgData name="Sonali Virkar" userId="f7f9d2eb98be3246" providerId="LiveId" clId="{205A77FF-6BD1-4ACD-AF0D-5780CA38425D}" dt="2025-11-12T10:40:42.576" v="160" actId="2696"/>
        <pc:sldMkLst>
          <pc:docMk/>
          <pc:sldMk cId="341606376" sldId="275"/>
        </pc:sldMkLst>
        <pc:spChg chg="del">
          <ac:chgData name="Sonali Virkar" userId="f7f9d2eb98be3246" providerId="LiveId" clId="{205A77FF-6BD1-4ACD-AF0D-5780CA38425D}" dt="2025-11-12T09:42:17.716" v="78" actId="21"/>
          <ac:spMkLst>
            <pc:docMk/>
            <pc:sldMk cId="341606376" sldId="275"/>
            <ac:spMk id="2" creationId="{799C377E-7E85-17A1-C163-B84A886BD81A}"/>
          </ac:spMkLst>
        </pc:spChg>
        <pc:spChg chg="add del mod">
          <ac:chgData name="Sonali Virkar" userId="f7f9d2eb98be3246" providerId="LiveId" clId="{205A77FF-6BD1-4ACD-AF0D-5780CA38425D}" dt="2025-11-12T10:39:02.638" v="149" actId="478"/>
          <ac:spMkLst>
            <pc:docMk/>
            <pc:sldMk cId="341606376" sldId="275"/>
            <ac:spMk id="3" creationId="{86938C23-3145-4AAB-24B9-B280816E52A0}"/>
          </ac:spMkLst>
        </pc:spChg>
        <pc:spChg chg="del">
          <ac:chgData name="Sonali Virkar" userId="f7f9d2eb98be3246" providerId="LiveId" clId="{205A77FF-6BD1-4ACD-AF0D-5780CA38425D}" dt="2025-11-12T09:42:40.146" v="79" actId="22"/>
          <ac:spMkLst>
            <pc:docMk/>
            <pc:sldMk cId="341606376" sldId="275"/>
            <ac:spMk id="3" creationId="{992F8B4B-D81F-F254-E3B9-5EC64C966F3A}"/>
          </ac:spMkLst>
        </pc:spChg>
        <pc:spChg chg="add mod">
          <ac:chgData name="Sonali Virkar" userId="f7f9d2eb98be3246" providerId="LiveId" clId="{205A77FF-6BD1-4ACD-AF0D-5780CA38425D}" dt="2025-11-12T10:40:22.574" v="157" actId="21"/>
          <ac:spMkLst>
            <pc:docMk/>
            <pc:sldMk cId="341606376" sldId="275"/>
            <ac:spMk id="6" creationId="{4022E042-580C-974E-87FD-A4ABC4AF791D}"/>
          </ac:spMkLst>
        </pc:spChg>
        <pc:picChg chg="add del mod ord">
          <ac:chgData name="Sonali Virkar" userId="f7f9d2eb98be3246" providerId="LiveId" clId="{205A77FF-6BD1-4ACD-AF0D-5780CA38425D}" dt="2025-11-12T10:40:22.574" v="157" actId="21"/>
          <ac:picMkLst>
            <pc:docMk/>
            <pc:sldMk cId="341606376" sldId="275"/>
            <ac:picMk id="5" creationId="{DE6B7E87-70A4-DC02-ED6E-CA8540295FFA}"/>
          </ac:picMkLst>
        </pc:picChg>
      </pc:sldChg>
      <pc:sldChg chg="addSp delSp modSp new del mod">
        <pc:chgData name="Sonali Virkar" userId="f7f9d2eb98be3246" providerId="LiveId" clId="{205A77FF-6BD1-4ACD-AF0D-5780CA38425D}" dt="2025-11-12T10:40:40.655" v="159" actId="2696"/>
        <pc:sldMkLst>
          <pc:docMk/>
          <pc:sldMk cId="427330471" sldId="276"/>
        </pc:sldMkLst>
        <pc:spChg chg="del">
          <ac:chgData name="Sonali Virkar" userId="f7f9d2eb98be3246" providerId="LiveId" clId="{205A77FF-6BD1-4ACD-AF0D-5780CA38425D}" dt="2025-11-12T09:43:01.759" v="85" actId="21"/>
          <ac:spMkLst>
            <pc:docMk/>
            <pc:sldMk cId="427330471" sldId="276"/>
            <ac:spMk id="2" creationId="{AF3088F6-FBB5-D649-B6E0-54F6533A752A}"/>
          </ac:spMkLst>
        </pc:spChg>
        <pc:spChg chg="del">
          <ac:chgData name="Sonali Virkar" userId="f7f9d2eb98be3246" providerId="LiveId" clId="{205A77FF-6BD1-4ACD-AF0D-5780CA38425D}" dt="2025-11-12T09:43:22.923" v="86" actId="22"/>
          <ac:spMkLst>
            <pc:docMk/>
            <pc:sldMk cId="427330471" sldId="276"/>
            <ac:spMk id="3" creationId="{20C42EF8-2721-AE94-A85C-2788C3F45A7F}"/>
          </ac:spMkLst>
        </pc:spChg>
        <pc:spChg chg="add mod">
          <ac:chgData name="Sonali Virkar" userId="f7f9d2eb98be3246" providerId="LiveId" clId="{205A77FF-6BD1-4ACD-AF0D-5780CA38425D}" dt="2025-11-12T10:40:31.193" v="158" actId="21"/>
          <ac:spMkLst>
            <pc:docMk/>
            <pc:sldMk cId="427330471" sldId="276"/>
            <ac:spMk id="3" creationId="{2AE6AD2F-B83F-86D5-493F-D6007A122643}"/>
          </ac:spMkLst>
        </pc:spChg>
        <pc:picChg chg="add del mod ord">
          <ac:chgData name="Sonali Virkar" userId="f7f9d2eb98be3246" providerId="LiveId" clId="{205A77FF-6BD1-4ACD-AF0D-5780CA38425D}" dt="2025-11-12T10:40:31.193" v="158" actId="21"/>
          <ac:picMkLst>
            <pc:docMk/>
            <pc:sldMk cId="427330471" sldId="276"/>
            <ac:picMk id="5" creationId="{B6FFF143-5D45-1E32-5B53-9004D17DD01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3249470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2883885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1395943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BCCBA7-D329-4262-9C97-6A89E993DFDC}"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1167779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BCCBA7-D329-4262-9C97-6A89E993DFDC}"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68808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BCCBA7-D329-4262-9C97-6A89E993DFDC}"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4195918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BCCBA7-D329-4262-9C97-6A89E993DFDC}"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2871394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BCCBA7-D329-4262-9C97-6A89E993DFDC}"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3022566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BCCBA7-D329-4262-9C97-6A89E993DFDC}"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302244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BCCBA7-D329-4262-9C97-6A89E993DFDC}"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2260771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3937454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143062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3448346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2133196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412051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148762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BCCBA7-D329-4262-9C97-6A89E993DFDC}"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98E2F-1A2A-4036-AE48-B47CE0D8C151}" type="slidenum">
              <a:rPr lang="en-US" smtClean="0"/>
              <a:t>‹#›</a:t>
            </a:fld>
            <a:endParaRPr lang="en-US"/>
          </a:p>
        </p:txBody>
      </p:sp>
    </p:spTree>
    <p:extLst>
      <p:ext uri="{BB962C8B-B14F-4D97-AF65-F5344CB8AC3E}">
        <p14:creationId xmlns:p14="http://schemas.microsoft.com/office/powerpoint/2010/main" val="321987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BBCCBA7-D329-4262-9C97-6A89E993DFDC}" type="datetimeFigureOut">
              <a:rPr lang="en-US" smtClean="0"/>
              <a:t>11/12/2025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7298E2F-1A2A-4036-AE48-B47CE0D8C151}" type="slidenum">
              <a:rPr lang="en-US" smtClean="0"/>
              <a:t>‹#›</a:t>
            </a:fld>
            <a:endParaRPr lang="en-US"/>
          </a:p>
        </p:txBody>
      </p:sp>
    </p:spTree>
    <p:extLst>
      <p:ext uri="{BB962C8B-B14F-4D97-AF65-F5344CB8AC3E}">
        <p14:creationId xmlns:p14="http://schemas.microsoft.com/office/powerpoint/2010/main" val="2752566717"/>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1" r:id="rId12"/>
    <p:sldLayoutId id="2147483912" r:id="rId13"/>
    <p:sldLayoutId id="2147483913" r:id="rId14"/>
    <p:sldLayoutId id="2147483914" r:id="rId15"/>
    <p:sldLayoutId id="2147483915" r:id="rId16"/>
    <p:sldLayoutId id="214748391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CBEA0-64F6-F42B-85EF-35586C277B25}"/>
              </a:ext>
            </a:extLst>
          </p:cNvPr>
          <p:cNvSpPr>
            <a:spLocks noGrp="1"/>
          </p:cNvSpPr>
          <p:nvPr>
            <p:ph type="ctrTitle"/>
          </p:nvPr>
        </p:nvSpPr>
        <p:spPr/>
        <p:txBody>
          <a:bodyPr/>
          <a:lstStyle/>
          <a:p>
            <a:r>
              <a:rPr lang="en-US" dirty="0"/>
              <a:t>Adventure works</a:t>
            </a:r>
          </a:p>
        </p:txBody>
      </p:sp>
      <p:sp>
        <p:nvSpPr>
          <p:cNvPr id="3" name="Subtitle 2">
            <a:extLst>
              <a:ext uri="{FF2B5EF4-FFF2-40B4-BE49-F238E27FC236}">
                <a16:creationId xmlns:a16="http://schemas.microsoft.com/office/drawing/2014/main" id="{A68FD3F2-3C01-35BC-311E-85CB7F7CD6AA}"/>
              </a:ext>
            </a:extLst>
          </p:cNvPr>
          <p:cNvSpPr>
            <a:spLocks noGrp="1"/>
          </p:cNvSpPr>
          <p:nvPr>
            <p:ph type="subTitle" idx="1"/>
          </p:nvPr>
        </p:nvSpPr>
        <p:spPr/>
        <p:txBody>
          <a:bodyPr/>
          <a:lstStyle/>
          <a:p>
            <a:r>
              <a:rPr lang="en-US" b="1" dirty="0" err="1"/>
              <a:t>ExcelR</a:t>
            </a:r>
            <a:r>
              <a:rPr lang="en-US" b="1" dirty="0"/>
              <a:t> Data Analyst Project</a:t>
            </a:r>
          </a:p>
          <a:p>
            <a:r>
              <a:rPr lang="en-US" b="1" dirty="0"/>
              <a:t>Group 4</a:t>
            </a:r>
          </a:p>
        </p:txBody>
      </p:sp>
      <p:pic>
        <p:nvPicPr>
          <p:cNvPr id="5" name="Picture 4">
            <a:extLst>
              <a:ext uri="{FF2B5EF4-FFF2-40B4-BE49-F238E27FC236}">
                <a16:creationId xmlns:a16="http://schemas.microsoft.com/office/drawing/2014/main" id="{45446AC5-0F23-20B5-3517-C1E8A2FC4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487363"/>
            <a:ext cx="1828800" cy="1828800"/>
          </a:xfrm>
          <a:prstGeom prst="rect">
            <a:avLst/>
          </a:prstGeom>
        </p:spPr>
      </p:pic>
      <p:pic>
        <p:nvPicPr>
          <p:cNvPr id="6" name="Picture 5">
            <a:extLst>
              <a:ext uri="{FF2B5EF4-FFF2-40B4-BE49-F238E27FC236}">
                <a16:creationId xmlns:a16="http://schemas.microsoft.com/office/drawing/2014/main" id="{A4D8F974-3737-2337-CC5F-3C0414D41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3616" y="6429104"/>
            <a:ext cx="1548384" cy="428895"/>
          </a:xfrm>
          <a:prstGeom prst="rect">
            <a:avLst/>
          </a:prstGeom>
        </p:spPr>
      </p:pic>
    </p:spTree>
    <p:extLst>
      <p:ext uri="{BB962C8B-B14F-4D97-AF65-F5344CB8AC3E}">
        <p14:creationId xmlns:p14="http://schemas.microsoft.com/office/powerpoint/2010/main" val="380373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20F7-974D-920F-C58B-A9D1E6C066D5}"/>
              </a:ext>
            </a:extLst>
          </p:cNvPr>
          <p:cNvSpPr>
            <a:spLocks noGrp="1"/>
          </p:cNvSpPr>
          <p:nvPr>
            <p:ph type="title"/>
          </p:nvPr>
        </p:nvSpPr>
        <p:spPr/>
        <p:txBody>
          <a:bodyPr/>
          <a:lstStyle/>
          <a:p>
            <a:r>
              <a:rPr lang="en-US" b="1" dirty="0"/>
              <a:t>Group 4</a:t>
            </a:r>
          </a:p>
        </p:txBody>
      </p:sp>
      <p:sp>
        <p:nvSpPr>
          <p:cNvPr id="3" name="Content Placeholder 2">
            <a:extLst>
              <a:ext uri="{FF2B5EF4-FFF2-40B4-BE49-F238E27FC236}">
                <a16:creationId xmlns:a16="http://schemas.microsoft.com/office/drawing/2014/main" id="{77D9184E-17D5-E45B-F5BF-EF25DF7B2FFA}"/>
              </a:ext>
            </a:extLst>
          </p:cNvPr>
          <p:cNvSpPr>
            <a:spLocks noGrp="1"/>
          </p:cNvSpPr>
          <p:nvPr>
            <p:ph idx="1"/>
          </p:nvPr>
        </p:nvSpPr>
        <p:spPr/>
        <p:txBody>
          <a:bodyPr/>
          <a:lstStyle/>
          <a:p>
            <a:pPr>
              <a:buFont typeface="Wingdings" panose="05000000000000000000" pitchFamily="2" charset="2"/>
              <a:buChar char="§"/>
            </a:pPr>
            <a:r>
              <a:rPr lang="en-US" dirty="0"/>
              <a:t>Dishant Chogle</a:t>
            </a:r>
          </a:p>
          <a:p>
            <a:pPr>
              <a:buFont typeface="Wingdings" panose="05000000000000000000" pitchFamily="2" charset="2"/>
              <a:buChar char="§"/>
            </a:pPr>
            <a:r>
              <a:rPr lang="en-US" dirty="0" err="1"/>
              <a:t>K.Eswar</a:t>
            </a:r>
            <a:r>
              <a:rPr lang="en-US"/>
              <a:t> Praneeth</a:t>
            </a:r>
            <a:endParaRPr lang="en-US" dirty="0"/>
          </a:p>
          <a:p>
            <a:pPr>
              <a:buFont typeface="Wingdings" panose="05000000000000000000" pitchFamily="2" charset="2"/>
              <a:buChar char="§"/>
            </a:pPr>
            <a:r>
              <a:rPr lang="en-US" dirty="0"/>
              <a:t>Jagan Kumar Sahoo</a:t>
            </a:r>
          </a:p>
          <a:p>
            <a:pPr>
              <a:buFont typeface="Wingdings" panose="05000000000000000000" pitchFamily="2" charset="2"/>
              <a:buChar char="§"/>
            </a:pPr>
            <a:r>
              <a:rPr lang="en-US" dirty="0"/>
              <a:t>Sai Harsha</a:t>
            </a:r>
          </a:p>
          <a:p>
            <a:pPr>
              <a:buFont typeface="Wingdings" panose="05000000000000000000" pitchFamily="2" charset="2"/>
              <a:buChar char="§"/>
            </a:pPr>
            <a:r>
              <a:rPr lang="en-US" dirty="0"/>
              <a:t>Sonali Virkar</a:t>
            </a:r>
          </a:p>
          <a:p>
            <a:pPr>
              <a:buFont typeface="Wingdings" panose="05000000000000000000" pitchFamily="2" charset="2"/>
              <a:buChar char="§"/>
            </a:pPr>
            <a:r>
              <a:rPr lang="en-US" dirty="0"/>
              <a:t>Swati </a:t>
            </a:r>
            <a:r>
              <a:rPr lang="en-US" dirty="0" err="1"/>
              <a:t>Kannure</a:t>
            </a:r>
            <a:endParaRPr lang="en-US" dirty="0"/>
          </a:p>
        </p:txBody>
      </p:sp>
    </p:spTree>
    <p:extLst>
      <p:ext uri="{BB962C8B-B14F-4D97-AF65-F5344CB8AC3E}">
        <p14:creationId xmlns:p14="http://schemas.microsoft.com/office/powerpoint/2010/main" val="2337177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294F-393D-0B2C-0ABE-FF46531938CF}"/>
              </a:ext>
            </a:extLst>
          </p:cNvPr>
          <p:cNvSpPr>
            <a:spLocks noGrp="1"/>
          </p:cNvSpPr>
          <p:nvPr>
            <p:ph type="title"/>
          </p:nvPr>
        </p:nvSpPr>
        <p:spPr>
          <a:xfrm>
            <a:off x="838200" y="365125"/>
            <a:ext cx="10515600" cy="534285"/>
          </a:xfrm>
        </p:spPr>
        <p:txBody>
          <a:bodyPr>
            <a:normAutofit fontScale="90000"/>
          </a:bodyPr>
          <a:lstStyle/>
          <a:p>
            <a:r>
              <a:rPr lang="en-US" b="1" dirty="0"/>
              <a:t>Overview</a:t>
            </a:r>
          </a:p>
        </p:txBody>
      </p:sp>
      <p:sp>
        <p:nvSpPr>
          <p:cNvPr id="3" name="Content Placeholder 2">
            <a:extLst>
              <a:ext uri="{FF2B5EF4-FFF2-40B4-BE49-F238E27FC236}">
                <a16:creationId xmlns:a16="http://schemas.microsoft.com/office/drawing/2014/main" id="{8E4E3C28-DC48-62AF-9E80-C1ABF83F7A2A}"/>
              </a:ext>
            </a:extLst>
          </p:cNvPr>
          <p:cNvSpPr>
            <a:spLocks noGrp="1"/>
          </p:cNvSpPr>
          <p:nvPr>
            <p:ph idx="1"/>
          </p:nvPr>
        </p:nvSpPr>
        <p:spPr>
          <a:xfrm>
            <a:off x="5120640" y="1034322"/>
            <a:ext cx="6858000" cy="4789358"/>
          </a:xfrm>
        </p:spPr>
        <p:txBody>
          <a:bodyPr>
            <a:noAutofit/>
          </a:bodyPr>
          <a:lstStyle/>
          <a:p>
            <a:pPr>
              <a:lnSpc>
                <a:spcPct val="120000"/>
              </a:lnSpc>
            </a:pPr>
            <a:r>
              <a:rPr lang="en-IN" sz="1600" b="1" dirty="0"/>
              <a:t>Adventure Works Cycles</a:t>
            </a:r>
            <a:r>
              <a:rPr lang="en-IN" sz="1600" dirty="0"/>
              <a:t>, is a large, </a:t>
            </a:r>
            <a:r>
              <a:rPr lang="en-IN" sz="1600" b="1" dirty="0"/>
              <a:t>multinational manufacturing company</a:t>
            </a:r>
            <a:r>
              <a:rPr lang="en-IN" sz="1600" dirty="0"/>
              <a:t>. The company manufactures and sells </a:t>
            </a:r>
            <a:r>
              <a:rPr lang="en-IN" sz="1600" b="1" dirty="0"/>
              <a:t>metal and composite bicycles </a:t>
            </a:r>
            <a:r>
              <a:rPr lang="en-IN" sz="1600" dirty="0"/>
              <a:t>to North American, European and Asian commercial markets. While its base </a:t>
            </a:r>
            <a:r>
              <a:rPr lang="en-IN" sz="1600" b="1" dirty="0"/>
              <a:t>operation is in Bothell</a:t>
            </a:r>
            <a:r>
              <a:rPr lang="en-IN" sz="1600" dirty="0"/>
              <a:t>, Washington with 290 employees, several regional sales teams are located throughout their market base.</a:t>
            </a:r>
            <a:endParaRPr lang="en-US" sz="1600" dirty="0"/>
          </a:p>
          <a:p>
            <a:pPr>
              <a:lnSpc>
                <a:spcPct val="120000"/>
              </a:lnSpc>
            </a:pPr>
            <a:r>
              <a:rPr lang="en-IN" sz="1600" dirty="0"/>
              <a:t>In 200s, Adventure Works Cycles bought a small manufacturing plant in Mexico. Which manufactures several critical subcomponents for the Adventure Works Cycles product line. These subcomponents are shipped to the Bothell location for final product assembly. In 2001, this manufacturing plant became the sole manufacturer and distributor of the touring bicycle product group.</a:t>
            </a:r>
            <a:endParaRPr lang="en-US" sz="1600" dirty="0"/>
          </a:p>
          <a:p>
            <a:pPr>
              <a:lnSpc>
                <a:spcPct val="120000"/>
              </a:lnSpc>
            </a:pPr>
            <a:r>
              <a:rPr lang="en-IN" sz="1600" dirty="0"/>
              <a:t>Coming off a successful fiscal year, Adventure Works Cycles is looking to broaden its market share by targeting their sales to their best customers, extending their product availability through an external Web site, and reducing their cost of sales through lower production costs.</a:t>
            </a:r>
            <a:endParaRPr lang="en-US" sz="1600" dirty="0"/>
          </a:p>
        </p:txBody>
      </p:sp>
      <p:pic>
        <p:nvPicPr>
          <p:cNvPr id="9" name="Picture 8">
            <a:extLst>
              <a:ext uri="{FF2B5EF4-FFF2-40B4-BE49-F238E27FC236}">
                <a16:creationId xmlns:a16="http://schemas.microsoft.com/office/drawing/2014/main" id="{0CB2543D-5466-0F98-CB74-A7E7ADDD395A}"/>
              </a:ext>
            </a:extLst>
          </p:cNvPr>
          <p:cNvPicPr>
            <a:picLocks noChangeAspect="1"/>
          </p:cNvPicPr>
          <p:nvPr/>
        </p:nvPicPr>
        <p:blipFill>
          <a:blip r:embed="rId2">
            <a:extLst>
              <a:ext uri="{28A0092B-C50C-407E-A947-70E740481C1C}">
                <a14:useLocalDpi xmlns:a14="http://schemas.microsoft.com/office/drawing/2010/main" val="0"/>
              </a:ext>
            </a:extLst>
          </a:blip>
          <a:srcRect l="1720" t="9718" r="2957"/>
          <a:stretch>
            <a:fillRect/>
          </a:stretch>
        </p:blipFill>
        <p:spPr>
          <a:xfrm>
            <a:off x="27379" y="1034321"/>
            <a:ext cx="5093261" cy="3729703"/>
          </a:xfrm>
          <a:prstGeom prst="rect">
            <a:avLst/>
          </a:prstGeom>
        </p:spPr>
      </p:pic>
    </p:spTree>
    <p:extLst>
      <p:ext uri="{BB962C8B-B14F-4D97-AF65-F5344CB8AC3E}">
        <p14:creationId xmlns:p14="http://schemas.microsoft.com/office/powerpoint/2010/main" val="3232477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62BB-8164-87CF-25CB-8CC8963BBFA5}"/>
              </a:ext>
            </a:extLst>
          </p:cNvPr>
          <p:cNvSpPr>
            <a:spLocks noGrp="1"/>
          </p:cNvSpPr>
          <p:nvPr>
            <p:ph type="title"/>
          </p:nvPr>
        </p:nvSpPr>
        <p:spPr>
          <a:xfrm>
            <a:off x="1484311" y="685801"/>
            <a:ext cx="10018713" cy="769374"/>
          </a:xfrm>
        </p:spPr>
        <p:txBody>
          <a:bodyPr>
            <a:normAutofit/>
          </a:bodyPr>
          <a:lstStyle/>
          <a:p>
            <a:r>
              <a:rPr lang="en-IN" sz="3600" b="1" dirty="0"/>
              <a:t>Objective of the project </a:t>
            </a:r>
          </a:p>
        </p:txBody>
      </p:sp>
      <p:sp>
        <p:nvSpPr>
          <p:cNvPr id="3" name="Content Placeholder 2">
            <a:extLst>
              <a:ext uri="{FF2B5EF4-FFF2-40B4-BE49-F238E27FC236}">
                <a16:creationId xmlns:a16="http://schemas.microsoft.com/office/drawing/2014/main" id="{38FEBE8D-F756-1917-0082-5E622708F9E9}"/>
              </a:ext>
            </a:extLst>
          </p:cNvPr>
          <p:cNvSpPr>
            <a:spLocks noGrp="1"/>
          </p:cNvSpPr>
          <p:nvPr>
            <p:ph idx="1"/>
          </p:nvPr>
        </p:nvSpPr>
        <p:spPr>
          <a:xfrm>
            <a:off x="1484310" y="1573161"/>
            <a:ext cx="10018713" cy="4218039"/>
          </a:xfrm>
        </p:spPr>
        <p:txBody>
          <a:bodyPr>
            <a:normAutofit/>
          </a:bodyPr>
          <a:lstStyle/>
          <a:p>
            <a:pPr marL="0" lvl="0" indent="0" defTabSz="914400" eaLnBrk="0" fontAlgn="base" hangingPunct="0">
              <a:spcBef>
                <a:spcPct val="0"/>
              </a:spcBef>
              <a:spcAft>
                <a:spcPct val="0"/>
              </a:spcAft>
              <a:buClrTx/>
              <a:buSzTx/>
              <a:buFontTx/>
              <a:buChar char="•"/>
            </a:pPr>
            <a:r>
              <a:rPr lang="en-US" altLang="en-US" dirty="0"/>
              <a:t>Analyze the Adventure Works dataset to derive actionable business insights.</a:t>
            </a:r>
          </a:p>
          <a:p>
            <a:pPr marL="0" lvl="0" indent="0" defTabSz="914400" eaLnBrk="0" fontAlgn="base" hangingPunct="0">
              <a:spcBef>
                <a:spcPct val="0"/>
              </a:spcBef>
              <a:spcAft>
                <a:spcPct val="0"/>
              </a:spcAft>
              <a:buClrTx/>
              <a:buSzTx/>
              <a:buFontTx/>
              <a:buChar char="•"/>
            </a:pPr>
            <a:r>
              <a:rPr lang="en-US" altLang="en-US" dirty="0"/>
              <a:t>Identify the company's most profitable products.</a:t>
            </a:r>
          </a:p>
          <a:p>
            <a:pPr marL="0" lvl="0" indent="0" defTabSz="914400" eaLnBrk="0" fontAlgn="base" hangingPunct="0">
              <a:spcBef>
                <a:spcPct val="0"/>
              </a:spcBef>
              <a:spcAft>
                <a:spcPct val="0"/>
              </a:spcAft>
              <a:buClrTx/>
              <a:buSzTx/>
              <a:buFontTx/>
              <a:buChar char="•"/>
            </a:pPr>
            <a:r>
              <a:rPr lang="en-US" altLang="en-US" dirty="0"/>
              <a:t>Determine the highest-selling products of the business.</a:t>
            </a:r>
          </a:p>
          <a:p>
            <a:pPr marL="0" lvl="0" indent="0" defTabSz="914400" eaLnBrk="0" fontAlgn="base" hangingPunct="0">
              <a:spcBef>
                <a:spcPct val="0"/>
              </a:spcBef>
              <a:spcAft>
                <a:spcPct val="0"/>
              </a:spcAft>
              <a:buClrTx/>
              <a:buSzTx/>
              <a:buFontTx/>
              <a:buChar char="•"/>
            </a:pPr>
            <a:r>
              <a:rPr lang="en-US" altLang="en-US" dirty="0"/>
              <a:t>Segment sales performance to pinpoint regions with higher and lower sales.</a:t>
            </a:r>
          </a:p>
          <a:p>
            <a:pPr marL="0" lvl="0" indent="0" defTabSz="914400" eaLnBrk="0" fontAlgn="base" hangingPunct="0">
              <a:spcBef>
                <a:spcPct val="0"/>
              </a:spcBef>
              <a:spcAft>
                <a:spcPct val="0"/>
              </a:spcAft>
              <a:buClrTx/>
              <a:buSzTx/>
              <a:buFontTx/>
              <a:buChar char="•"/>
            </a:pPr>
            <a:r>
              <a:rPr lang="en-US" altLang="en-US" dirty="0"/>
              <a:t>Investigate and explain the factors driving increases and decreases in sales.</a:t>
            </a:r>
          </a:p>
          <a:p>
            <a:pPr marL="0" lvl="0" indent="0" defTabSz="914400" eaLnBrk="0" fontAlgn="base" hangingPunct="0">
              <a:spcBef>
                <a:spcPct val="0"/>
              </a:spcBef>
              <a:spcAft>
                <a:spcPct val="0"/>
              </a:spcAft>
              <a:buClrTx/>
              <a:buSzTx/>
              <a:buFontTx/>
              <a:buChar char="•"/>
            </a:pPr>
            <a:r>
              <a:rPr lang="en-US" altLang="en-US" dirty="0"/>
              <a:t>Evaluate the profit margin across the business.</a:t>
            </a:r>
          </a:p>
          <a:p>
            <a:pPr marL="0" lvl="0" indent="0" defTabSz="914400" eaLnBrk="0" fontAlgn="base" hangingPunct="0">
              <a:spcBef>
                <a:spcPct val="0"/>
              </a:spcBef>
              <a:spcAft>
                <a:spcPct val="0"/>
              </a:spcAft>
              <a:buClrTx/>
              <a:buSzTx/>
              <a:buFontTx/>
              <a:buChar char="•"/>
            </a:pPr>
            <a:r>
              <a:rPr lang="en-US" altLang="en-US" dirty="0"/>
              <a:t>Determine the overall Production Cost for the business's operations.</a:t>
            </a:r>
          </a:p>
          <a:p>
            <a:pPr marL="0" lvl="0" indent="0" defTabSz="914400" eaLnBrk="0" fontAlgn="base" hangingPunct="0">
              <a:spcBef>
                <a:spcPct val="0"/>
              </a:spcBef>
              <a:spcAft>
                <a:spcPct val="0"/>
              </a:spcAft>
              <a:buClrTx/>
              <a:buSzTx/>
              <a:buFontTx/>
              <a:buChar char="•"/>
            </a:pPr>
            <a:r>
              <a:rPr lang="en-US" altLang="en-US" dirty="0"/>
              <a:t>Provide an overall analysis of the business's data, covering key metrics like customer base, sales and profit.</a:t>
            </a:r>
          </a:p>
          <a:p>
            <a:endParaRPr lang="en-IN" dirty="0"/>
          </a:p>
        </p:txBody>
      </p:sp>
    </p:spTree>
    <p:extLst>
      <p:ext uri="{BB962C8B-B14F-4D97-AF65-F5344CB8AC3E}">
        <p14:creationId xmlns:p14="http://schemas.microsoft.com/office/powerpoint/2010/main" val="59749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2F293-ACB2-431C-6601-78BEE913CE8B}"/>
              </a:ext>
            </a:extLst>
          </p:cNvPr>
          <p:cNvSpPr>
            <a:spLocks noGrp="1"/>
          </p:cNvSpPr>
          <p:nvPr>
            <p:ph type="title"/>
          </p:nvPr>
        </p:nvSpPr>
        <p:spPr>
          <a:xfrm>
            <a:off x="1484311" y="685800"/>
            <a:ext cx="10018713" cy="798871"/>
          </a:xfrm>
        </p:spPr>
        <p:txBody>
          <a:bodyPr/>
          <a:lstStyle/>
          <a:p>
            <a:r>
              <a:rPr lang="en-IN" b="1" dirty="0"/>
              <a:t>Data Cleaning &amp; Modelling </a:t>
            </a:r>
          </a:p>
        </p:txBody>
      </p:sp>
      <p:sp>
        <p:nvSpPr>
          <p:cNvPr id="3" name="Content Placeholder 2">
            <a:extLst>
              <a:ext uri="{FF2B5EF4-FFF2-40B4-BE49-F238E27FC236}">
                <a16:creationId xmlns:a16="http://schemas.microsoft.com/office/drawing/2014/main" id="{D8C59CD5-6821-195F-A6D9-2DA1A238904B}"/>
              </a:ext>
            </a:extLst>
          </p:cNvPr>
          <p:cNvSpPr>
            <a:spLocks noGrp="1"/>
          </p:cNvSpPr>
          <p:nvPr>
            <p:ph idx="1"/>
          </p:nvPr>
        </p:nvSpPr>
        <p:spPr>
          <a:xfrm>
            <a:off x="1484310" y="1563329"/>
            <a:ext cx="10018713" cy="4227871"/>
          </a:xfrm>
        </p:spPr>
        <p:txBody>
          <a:bodyPr>
            <a:normAutofit/>
          </a:bodyPr>
          <a:lstStyle/>
          <a:p>
            <a:pPr marL="0" lvl="0" indent="0" defTabSz="914400" eaLnBrk="0" fontAlgn="base" hangingPunct="0">
              <a:spcBef>
                <a:spcPct val="0"/>
              </a:spcBef>
              <a:spcAft>
                <a:spcPct val="0"/>
              </a:spcAft>
              <a:buClrTx/>
              <a:buSzTx/>
              <a:buFontTx/>
              <a:buChar char="•"/>
            </a:pPr>
            <a:r>
              <a:rPr lang="en-US" altLang="en-US" dirty="0"/>
              <a:t>Data was cleaned using the Power Query Editor for both Excel and Power BI.</a:t>
            </a:r>
          </a:p>
          <a:p>
            <a:pPr marL="0" lvl="0" indent="0" defTabSz="914400" eaLnBrk="0" fontAlgn="base" hangingPunct="0">
              <a:spcBef>
                <a:spcPct val="0"/>
              </a:spcBef>
              <a:spcAft>
                <a:spcPct val="0"/>
              </a:spcAft>
              <a:buClrTx/>
              <a:buSzTx/>
              <a:buFontTx/>
              <a:buChar char="•"/>
            </a:pPr>
            <a:r>
              <a:rPr lang="en-US" altLang="en-US" dirty="0"/>
              <a:t>During cleaning, null values exceeding 50% were removed from the data.</a:t>
            </a:r>
          </a:p>
          <a:p>
            <a:pPr marL="0" lvl="0" indent="0" defTabSz="914400" eaLnBrk="0" fontAlgn="base" hangingPunct="0">
              <a:spcBef>
                <a:spcPct val="0"/>
              </a:spcBef>
              <a:spcAft>
                <a:spcPct val="0"/>
              </a:spcAft>
              <a:buClrTx/>
              <a:buSzTx/>
              <a:buFontTx/>
              <a:buChar char="•"/>
            </a:pPr>
            <a:r>
              <a:rPr lang="en-US" altLang="en-US" dirty="0"/>
              <a:t>Blank rows were also removed from the dataset.</a:t>
            </a:r>
          </a:p>
          <a:p>
            <a:pPr marL="0" lvl="0" indent="0" defTabSz="914400" eaLnBrk="0" fontAlgn="base" hangingPunct="0">
              <a:spcBef>
                <a:spcPct val="0"/>
              </a:spcBef>
              <a:spcAft>
                <a:spcPct val="0"/>
              </a:spcAft>
              <a:buClrTx/>
              <a:buSzTx/>
              <a:buFontTx/>
              <a:buChar char="•"/>
            </a:pPr>
            <a:r>
              <a:rPr lang="en-US" altLang="en-US" dirty="0"/>
              <a:t>Two tables of sales were combined using the Append Queries option in Power Query.</a:t>
            </a:r>
          </a:p>
          <a:p>
            <a:pPr marL="0" lvl="0" indent="0" defTabSz="914400" eaLnBrk="0" fontAlgn="base" hangingPunct="0">
              <a:spcBef>
                <a:spcPct val="0"/>
              </a:spcBef>
              <a:spcAft>
                <a:spcPct val="0"/>
              </a:spcAft>
              <a:buClrTx/>
              <a:buSzTx/>
              <a:buFontTx/>
              <a:buChar char="•"/>
            </a:pPr>
            <a:r>
              <a:rPr lang="en-US" altLang="en-US" dirty="0"/>
              <a:t>The Product, Product Category, and Subcategory files were merged.</a:t>
            </a:r>
          </a:p>
          <a:p>
            <a:pPr marL="0" lvl="0" indent="0" defTabSz="914400" eaLnBrk="0" fontAlgn="base" hangingPunct="0">
              <a:spcBef>
                <a:spcPct val="0"/>
              </a:spcBef>
              <a:spcAft>
                <a:spcPct val="0"/>
              </a:spcAft>
              <a:buClrTx/>
              <a:buSzTx/>
              <a:buFontTx/>
              <a:buChar char="•"/>
            </a:pPr>
            <a:r>
              <a:rPr lang="en-US" altLang="en-US" dirty="0"/>
              <a:t>A Data Model was created, designating the Sales table as the fact table.</a:t>
            </a:r>
          </a:p>
          <a:p>
            <a:pPr marL="0" lvl="0" indent="0" defTabSz="914400" eaLnBrk="0" fontAlgn="base" hangingPunct="0">
              <a:spcBef>
                <a:spcPct val="0"/>
              </a:spcBef>
              <a:spcAft>
                <a:spcPct val="0"/>
              </a:spcAft>
              <a:buClrTx/>
              <a:buSzTx/>
              <a:buFontTx/>
              <a:buChar char="•"/>
            </a:pPr>
            <a:r>
              <a:rPr lang="en-US" altLang="en-US" dirty="0"/>
              <a:t>Date columns were formatted into the proper date types for data analysis.</a:t>
            </a:r>
          </a:p>
        </p:txBody>
      </p:sp>
    </p:spTree>
    <p:extLst>
      <p:ext uri="{BB962C8B-B14F-4D97-AF65-F5344CB8AC3E}">
        <p14:creationId xmlns:p14="http://schemas.microsoft.com/office/powerpoint/2010/main" val="51746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B719-9302-3963-E3FC-CFC3019C317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EF50A88E-CD13-5070-2E71-F1ABCE1A9EBD}"/>
              </a:ext>
            </a:extLst>
          </p:cNvPr>
          <p:cNvSpPr>
            <a:spLocks noGrp="1"/>
          </p:cNvSpPr>
          <p:nvPr>
            <p:ph type="title"/>
          </p:nvPr>
        </p:nvSpPr>
        <p:spPr>
          <a:xfrm>
            <a:off x="838200" y="365125"/>
            <a:ext cx="10515600" cy="534285"/>
          </a:xfrm>
        </p:spPr>
        <p:txBody>
          <a:bodyPr>
            <a:normAutofit fontScale="90000"/>
          </a:bodyPr>
          <a:lstStyle/>
          <a:p>
            <a:r>
              <a:rPr lang="en-US" b="1" dirty="0"/>
              <a:t>Excel Dashboard</a:t>
            </a:r>
          </a:p>
        </p:txBody>
      </p:sp>
      <p:pic>
        <p:nvPicPr>
          <p:cNvPr id="7" name="Content Placeholder 6">
            <a:extLst>
              <a:ext uri="{FF2B5EF4-FFF2-40B4-BE49-F238E27FC236}">
                <a16:creationId xmlns:a16="http://schemas.microsoft.com/office/drawing/2014/main" id="{60A2B0D7-8310-8A76-66E2-C2A962F132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68999"/>
            <a:ext cx="12192000" cy="5378108"/>
          </a:xfrm>
        </p:spPr>
      </p:pic>
    </p:spTree>
    <p:extLst>
      <p:ext uri="{BB962C8B-B14F-4D97-AF65-F5344CB8AC3E}">
        <p14:creationId xmlns:p14="http://schemas.microsoft.com/office/powerpoint/2010/main" val="276476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465D4-870F-7498-A50B-991FFA0E07C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CD12128-566F-0A4C-F324-501F264731C6}"/>
              </a:ext>
            </a:extLst>
          </p:cNvPr>
          <p:cNvSpPr>
            <a:spLocks noGrp="1"/>
          </p:cNvSpPr>
          <p:nvPr>
            <p:ph type="title"/>
          </p:nvPr>
        </p:nvSpPr>
        <p:spPr>
          <a:xfrm>
            <a:off x="838200" y="365125"/>
            <a:ext cx="10515600" cy="534285"/>
          </a:xfrm>
        </p:spPr>
        <p:txBody>
          <a:bodyPr>
            <a:normAutofit fontScale="90000"/>
          </a:bodyPr>
          <a:lstStyle/>
          <a:p>
            <a:r>
              <a:rPr lang="en-US" b="1" dirty="0"/>
              <a:t>Tableau Dashboard</a:t>
            </a:r>
          </a:p>
        </p:txBody>
      </p:sp>
      <p:pic>
        <p:nvPicPr>
          <p:cNvPr id="6" name="Content Placeholder 5">
            <a:extLst>
              <a:ext uri="{FF2B5EF4-FFF2-40B4-BE49-F238E27FC236}">
                <a16:creationId xmlns:a16="http://schemas.microsoft.com/office/drawing/2014/main" id="{A3C5EF05-7B99-9D65-C538-AEC7A253D14D}"/>
              </a:ext>
            </a:extLst>
          </p:cNvPr>
          <p:cNvPicPr>
            <a:picLocks noGrp="1" noChangeAspect="1"/>
          </p:cNvPicPr>
          <p:nvPr>
            <p:ph idx="1"/>
          </p:nvPr>
        </p:nvPicPr>
        <p:blipFill>
          <a:blip r:embed="rId2"/>
          <a:stretch>
            <a:fillRect/>
          </a:stretch>
        </p:blipFill>
        <p:spPr>
          <a:xfrm>
            <a:off x="0" y="983996"/>
            <a:ext cx="12193820" cy="5161166"/>
          </a:xfrm>
          <a:prstGeom prst="rect">
            <a:avLst/>
          </a:prstGeom>
        </p:spPr>
      </p:pic>
    </p:spTree>
    <p:extLst>
      <p:ext uri="{BB962C8B-B14F-4D97-AF65-F5344CB8AC3E}">
        <p14:creationId xmlns:p14="http://schemas.microsoft.com/office/powerpoint/2010/main" val="1202669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E7A0-6131-CE3D-D93E-B21A6B54EDB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91D3CBE9-F23F-067F-AE2C-1AC5D8A5A018}"/>
              </a:ext>
            </a:extLst>
          </p:cNvPr>
          <p:cNvSpPr>
            <a:spLocks noGrp="1"/>
          </p:cNvSpPr>
          <p:nvPr>
            <p:ph type="title"/>
          </p:nvPr>
        </p:nvSpPr>
        <p:spPr>
          <a:xfrm>
            <a:off x="838200" y="140711"/>
            <a:ext cx="10515600" cy="534285"/>
          </a:xfrm>
        </p:spPr>
        <p:txBody>
          <a:bodyPr>
            <a:normAutofit fontScale="90000"/>
          </a:bodyPr>
          <a:lstStyle/>
          <a:p>
            <a:r>
              <a:rPr lang="en-US" b="1" dirty="0"/>
              <a:t>Power Bi Dashboard</a:t>
            </a:r>
          </a:p>
        </p:txBody>
      </p:sp>
      <p:pic>
        <p:nvPicPr>
          <p:cNvPr id="4" name="Content Placeholder 3">
            <a:extLst>
              <a:ext uri="{FF2B5EF4-FFF2-40B4-BE49-F238E27FC236}">
                <a16:creationId xmlns:a16="http://schemas.microsoft.com/office/drawing/2014/main" id="{C0DDD9D3-50C5-3602-8501-C996314C54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1500" y="674996"/>
            <a:ext cx="11049000" cy="6183004"/>
          </a:xfrm>
        </p:spPr>
      </p:pic>
    </p:spTree>
    <p:extLst>
      <p:ext uri="{BB962C8B-B14F-4D97-AF65-F5344CB8AC3E}">
        <p14:creationId xmlns:p14="http://schemas.microsoft.com/office/powerpoint/2010/main" val="725851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63A2-EC39-9C3E-8E2E-A094A005B60D}"/>
              </a:ext>
            </a:extLst>
          </p:cNvPr>
          <p:cNvSpPr>
            <a:spLocks noGrp="1"/>
          </p:cNvSpPr>
          <p:nvPr>
            <p:ph type="title"/>
          </p:nvPr>
        </p:nvSpPr>
        <p:spPr>
          <a:xfrm>
            <a:off x="1484311" y="685801"/>
            <a:ext cx="10018713" cy="592394"/>
          </a:xfrm>
        </p:spPr>
        <p:txBody>
          <a:bodyPr>
            <a:normAutofit fontScale="90000"/>
          </a:bodyPr>
          <a:lstStyle/>
          <a:p>
            <a:r>
              <a:rPr lang="en-IN" sz="3600" b="1" dirty="0"/>
              <a:t>SQL QUERIES </a:t>
            </a:r>
          </a:p>
        </p:txBody>
      </p:sp>
      <p:pic>
        <p:nvPicPr>
          <p:cNvPr id="5" name="Content Placeholder 4">
            <a:extLst>
              <a:ext uri="{FF2B5EF4-FFF2-40B4-BE49-F238E27FC236}">
                <a16:creationId xmlns:a16="http://schemas.microsoft.com/office/drawing/2014/main" id="{878410FC-2015-5D3F-4D47-52D34AE6E130}"/>
              </a:ext>
            </a:extLst>
          </p:cNvPr>
          <p:cNvPicPr>
            <a:picLocks noGrp="1" noChangeAspect="1"/>
          </p:cNvPicPr>
          <p:nvPr>
            <p:ph idx="1"/>
          </p:nvPr>
        </p:nvPicPr>
        <p:blipFill>
          <a:blip r:embed="rId2"/>
          <a:stretch>
            <a:fillRect/>
          </a:stretch>
        </p:blipFill>
        <p:spPr>
          <a:xfrm>
            <a:off x="545479" y="1204453"/>
            <a:ext cx="5307471" cy="5378618"/>
          </a:xfrm>
          <a:prstGeom prst="rect">
            <a:avLst/>
          </a:prstGeom>
        </p:spPr>
      </p:pic>
      <p:pic>
        <p:nvPicPr>
          <p:cNvPr id="7" name="Content Placeholder 6">
            <a:extLst>
              <a:ext uri="{FF2B5EF4-FFF2-40B4-BE49-F238E27FC236}">
                <a16:creationId xmlns:a16="http://schemas.microsoft.com/office/drawing/2014/main" id="{019280DA-1F74-CF31-3FF2-E90930875959}"/>
              </a:ext>
            </a:extLst>
          </p:cNvPr>
          <p:cNvPicPr>
            <a:picLocks noChangeAspect="1"/>
          </p:cNvPicPr>
          <p:nvPr/>
        </p:nvPicPr>
        <p:blipFill>
          <a:blip r:embed="rId3"/>
          <a:stretch>
            <a:fillRect/>
          </a:stretch>
        </p:blipFill>
        <p:spPr>
          <a:xfrm>
            <a:off x="6223819" y="1278195"/>
            <a:ext cx="5850194" cy="5231134"/>
          </a:xfrm>
          <a:prstGeom prst="rect">
            <a:avLst/>
          </a:prstGeom>
        </p:spPr>
      </p:pic>
    </p:spTree>
    <p:extLst>
      <p:ext uri="{BB962C8B-B14F-4D97-AF65-F5344CB8AC3E}">
        <p14:creationId xmlns:p14="http://schemas.microsoft.com/office/powerpoint/2010/main" val="356181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3A1ACF-2E5A-ABA6-4987-9B714E15C198}"/>
              </a:ext>
            </a:extLst>
          </p:cNvPr>
          <p:cNvPicPr>
            <a:picLocks noGrp="1" noChangeAspect="1"/>
          </p:cNvPicPr>
          <p:nvPr>
            <p:ph idx="1"/>
          </p:nvPr>
        </p:nvPicPr>
        <p:blipFill>
          <a:blip r:embed="rId2"/>
          <a:stretch>
            <a:fillRect/>
          </a:stretch>
        </p:blipFill>
        <p:spPr>
          <a:xfrm>
            <a:off x="222556" y="196645"/>
            <a:ext cx="5470322" cy="6410632"/>
          </a:xfrm>
          <a:prstGeom prst="rect">
            <a:avLst/>
          </a:prstGeom>
        </p:spPr>
      </p:pic>
      <p:pic>
        <p:nvPicPr>
          <p:cNvPr id="4" name="Content Placeholder 4">
            <a:extLst>
              <a:ext uri="{FF2B5EF4-FFF2-40B4-BE49-F238E27FC236}">
                <a16:creationId xmlns:a16="http://schemas.microsoft.com/office/drawing/2014/main" id="{FFDE11C3-701A-E385-1602-CCCEA2B44B4F}"/>
              </a:ext>
            </a:extLst>
          </p:cNvPr>
          <p:cNvPicPr>
            <a:picLocks noChangeAspect="1"/>
          </p:cNvPicPr>
          <p:nvPr/>
        </p:nvPicPr>
        <p:blipFill>
          <a:blip r:embed="rId3"/>
          <a:srcRect r="22970"/>
          <a:stretch>
            <a:fillRect/>
          </a:stretch>
        </p:blipFill>
        <p:spPr>
          <a:xfrm>
            <a:off x="6171071" y="196645"/>
            <a:ext cx="5893109" cy="6410632"/>
          </a:xfrm>
          <a:prstGeom prst="rect">
            <a:avLst/>
          </a:prstGeom>
        </p:spPr>
      </p:pic>
    </p:spTree>
    <p:extLst>
      <p:ext uri="{BB962C8B-B14F-4D97-AF65-F5344CB8AC3E}">
        <p14:creationId xmlns:p14="http://schemas.microsoft.com/office/powerpoint/2010/main" val="81640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914C9BBC-3775-BF93-95CF-27EA80CFEA63}"/>
              </a:ext>
            </a:extLst>
          </p:cNvPr>
          <p:cNvPicPr>
            <a:picLocks noGrp="1" noChangeAspect="1"/>
          </p:cNvPicPr>
          <p:nvPr>
            <p:ph idx="1"/>
          </p:nvPr>
        </p:nvPicPr>
        <p:blipFill>
          <a:blip r:embed="rId2"/>
          <a:srcRect r="32211"/>
          <a:stretch>
            <a:fillRect/>
          </a:stretch>
        </p:blipFill>
        <p:spPr>
          <a:xfrm>
            <a:off x="265869" y="235974"/>
            <a:ext cx="5608779" cy="6518787"/>
          </a:xfrm>
          <a:prstGeom prst="rect">
            <a:avLst/>
          </a:prstGeom>
        </p:spPr>
      </p:pic>
      <p:pic>
        <p:nvPicPr>
          <p:cNvPr id="6" name="Content Placeholder 4">
            <a:extLst>
              <a:ext uri="{FF2B5EF4-FFF2-40B4-BE49-F238E27FC236}">
                <a16:creationId xmlns:a16="http://schemas.microsoft.com/office/drawing/2014/main" id="{BAEF116E-A62F-6AED-3731-203D5D66A539}"/>
              </a:ext>
            </a:extLst>
          </p:cNvPr>
          <p:cNvPicPr>
            <a:picLocks noChangeAspect="1"/>
          </p:cNvPicPr>
          <p:nvPr/>
        </p:nvPicPr>
        <p:blipFill>
          <a:blip r:embed="rId3"/>
          <a:srcRect r="47899"/>
          <a:stretch>
            <a:fillRect/>
          </a:stretch>
        </p:blipFill>
        <p:spPr>
          <a:xfrm>
            <a:off x="6096000" y="235975"/>
            <a:ext cx="6096000" cy="6364692"/>
          </a:xfrm>
          <a:prstGeom prst="rect">
            <a:avLst/>
          </a:prstGeom>
        </p:spPr>
      </p:pic>
    </p:spTree>
    <p:extLst>
      <p:ext uri="{BB962C8B-B14F-4D97-AF65-F5344CB8AC3E}">
        <p14:creationId xmlns:p14="http://schemas.microsoft.com/office/powerpoint/2010/main" val="124645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BAD40-295D-C9C5-5985-52A14F3D8B9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D26FD1CE-E5BF-36AA-C80E-48373DA03B1D}"/>
              </a:ext>
            </a:extLst>
          </p:cNvPr>
          <p:cNvSpPr>
            <a:spLocks noGrp="1"/>
          </p:cNvSpPr>
          <p:nvPr>
            <p:ph type="title"/>
          </p:nvPr>
        </p:nvSpPr>
        <p:spPr>
          <a:xfrm>
            <a:off x="838200" y="365125"/>
            <a:ext cx="10515600" cy="534285"/>
          </a:xfrm>
        </p:spPr>
        <p:txBody>
          <a:bodyPr>
            <a:normAutofit fontScale="90000"/>
          </a:bodyPr>
          <a:lstStyle/>
          <a:p>
            <a:r>
              <a:rPr lang="en-US" b="1" dirty="0"/>
              <a:t>Summary</a:t>
            </a:r>
          </a:p>
        </p:txBody>
      </p:sp>
      <p:sp>
        <p:nvSpPr>
          <p:cNvPr id="3" name="Content Placeholder 2">
            <a:extLst>
              <a:ext uri="{FF2B5EF4-FFF2-40B4-BE49-F238E27FC236}">
                <a16:creationId xmlns:a16="http://schemas.microsoft.com/office/drawing/2014/main" id="{440D6579-CB7C-656C-4C4A-AE411242305D}"/>
              </a:ext>
            </a:extLst>
          </p:cNvPr>
          <p:cNvSpPr>
            <a:spLocks noGrp="1"/>
          </p:cNvSpPr>
          <p:nvPr>
            <p:ph idx="1"/>
          </p:nvPr>
        </p:nvSpPr>
        <p:spPr>
          <a:xfrm>
            <a:off x="1463040" y="1280160"/>
            <a:ext cx="10415016" cy="5495544"/>
          </a:xfrm>
        </p:spPr>
        <p:txBody>
          <a:bodyPr>
            <a:normAutofit/>
          </a:bodyPr>
          <a:lstStyle/>
          <a:p>
            <a:r>
              <a:rPr lang="en-US" sz="1600" b="1" dirty="0"/>
              <a:t>Stable gap between gross and net profit margins</a:t>
            </a:r>
            <a:r>
              <a:rPr lang="en-US" sz="1600" dirty="0"/>
              <a:t> indicates </a:t>
            </a:r>
            <a:r>
              <a:rPr lang="en-US" sz="1600" b="1" dirty="0"/>
              <a:t>strong operational efficiency</a:t>
            </a:r>
            <a:r>
              <a:rPr lang="en-US" sz="1600" dirty="0"/>
              <a:t>.</a:t>
            </a:r>
          </a:p>
          <a:p>
            <a:r>
              <a:rPr lang="en-US" sz="1600" b="1" dirty="0"/>
              <a:t>Moderate pricing shift in 2012</a:t>
            </a:r>
            <a:r>
              <a:rPr lang="en-US" sz="1600" dirty="0"/>
              <a:t> (from high-end to mid-tier bikes) and </a:t>
            </a:r>
            <a:r>
              <a:rPr lang="en-US" sz="1600" b="1" dirty="0"/>
              <a:t>reduced production cost</a:t>
            </a:r>
            <a:r>
              <a:rPr lang="en-US" sz="1600" dirty="0"/>
              <a:t> improved affordability and market reach.</a:t>
            </a:r>
          </a:p>
          <a:p>
            <a:r>
              <a:rPr lang="en-US" sz="1600" b="1" dirty="0"/>
              <a:t>Accessories and apparel</a:t>
            </a:r>
            <a:r>
              <a:rPr lang="en-US" sz="1600" dirty="0"/>
              <a:t> generate </a:t>
            </a:r>
            <a:r>
              <a:rPr lang="en-US" sz="1600" b="1" dirty="0"/>
              <a:t>high unit volume</a:t>
            </a:r>
            <a:r>
              <a:rPr lang="en-US" sz="1600" dirty="0"/>
              <a:t> and excellent </a:t>
            </a:r>
            <a:r>
              <a:rPr lang="en-US" sz="1600" b="1" dirty="0"/>
              <a:t>cross-sell potential</a:t>
            </a:r>
          </a:p>
          <a:p>
            <a:r>
              <a:rPr lang="en-US" sz="1600" dirty="0"/>
              <a:t>Bundling strategies — pairing </a:t>
            </a:r>
            <a:r>
              <a:rPr lang="en-US" sz="1600" b="1" dirty="0"/>
              <a:t>bikes with related gear</a:t>
            </a:r>
            <a:r>
              <a:rPr lang="en-US" sz="1600" dirty="0"/>
              <a:t> (stands, helmets, tires) — can </a:t>
            </a:r>
            <a:r>
              <a:rPr lang="en-US" sz="1600" b="1" dirty="0"/>
              <a:t>increase transaction value and profit per sale</a:t>
            </a:r>
            <a:r>
              <a:rPr lang="en-US" sz="1600" dirty="0"/>
              <a:t>.</a:t>
            </a:r>
          </a:p>
          <a:p>
            <a:r>
              <a:rPr lang="en-US" sz="1600" b="1" dirty="0"/>
              <a:t>Mountain Bikes</a:t>
            </a:r>
            <a:r>
              <a:rPr lang="en-US" sz="1600" dirty="0"/>
              <a:t> deliver </a:t>
            </a:r>
            <a:r>
              <a:rPr lang="en-US" sz="1600" b="1" dirty="0"/>
              <a:t>higher margins</a:t>
            </a:r>
            <a:r>
              <a:rPr lang="en-US" sz="1600" dirty="0"/>
              <a:t>, suggesting focus on </a:t>
            </a:r>
            <a:r>
              <a:rPr lang="en-US" sz="1600" b="1" dirty="0"/>
              <a:t>premium, high-margin inventory</a:t>
            </a:r>
            <a:r>
              <a:rPr lang="en-US" sz="1600" dirty="0"/>
              <a:t>.</a:t>
            </a:r>
          </a:p>
          <a:p>
            <a:r>
              <a:rPr lang="en-US" sz="1600" b="1" dirty="0"/>
              <a:t>Higher repeat purchases</a:t>
            </a:r>
            <a:r>
              <a:rPr lang="en-US" sz="1600" dirty="0"/>
              <a:t> from existing customers, reflecting </a:t>
            </a:r>
            <a:r>
              <a:rPr lang="en-US" sz="1600" b="1" dirty="0"/>
              <a:t>strong retention</a:t>
            </a:r>
            <a:r>
              <a:rPr lang="en-US" sz="1600" dirty="0"/>
              <a:t>.</a:t>
            </a:r>
          </a:p>
          <a:p>
            <a:r>
              <a:rPr lang="en-US" sz="1600" b="1" dirty="0"/>
              <a:t>Q4 consistently shows a seasonal sales spike</a:t>
            </a:r>
            <a:r>
              <a:rPr lang="en-US" sz="1600" dirty="0"/>
              <a:t>, likely tied to </a:t>
            </a:r>
            <a:r>
              <a:rPr lang="en-US" sz="1600" b="1" dirty="0"/>
              <a:t>global festive periods and holiday promotions</a:t>
            </a:r>
            <a:r>
              <a:rPr lang="en-US" sz="1600" dirty="0"/>
              <a:t> boosting demand.</a:t>
            </a:r>
          </a:p>
          <a:p>
            <a:r>
              <a:rPr lang="en-US" sz="1600" b="1" dirty="0"/>
              <a:t>Diversification</a:t>
            </a:r>
            <a:r>
              <a:rPr lang="en-US" sz="1600" dirty="0"/>
              <a:t> — launch of two new product categories at the end of 2012 expanded customer base.</a:t>
            </a:r>
          </a:p>
          <a:p>
            <a:r>
              <a:rPr lang="en-US" sz="1600" b="1" dirty="0"/>
              <a:t>Regional contrast</a:t>
            </a:r>
            <a:r>
              <a:rPr lang="en-US" sz="1600" dirty="0"/>
              <a:t> in target audiences of North America &amp; Europe.</a:t>
            </a:r>
            <a:r>
              <a:rPr lang="en-US" sz="1600" b="1" dirty="0"/>
              <a:t> </a:t>
            </a:r>
            <a:br>
              <a:rPr lang="en-US" sz="1600" b="1" dirty="0"/>
            </a:br>
            <a:r>
              <a:rPr lang="en-US" sz="1600" b="1" dirty="0"/>
              <a:t>Strategic Opportunity:</a:t>
            </a:r>
            <a:r>
              <a:rPr lang="en-US" sz="1600" dirty="0"/>
              <a:t> Similar consumer profiles to Europe can be surveyed in </a:t>
            </a:r>
            <a:r>
              <a:rPr lang="en-US" sz="1600" b="1" dirty="0"/>
              <a:t>urban East and Central U.S. markets</a:t>
            </a:r>
            <a:r>
              <a:rPr lang="en-US" sz="1600" dirty="0"/>
              <a:t> (e.g., New York, Chicago, Boston). Targeting these </a:t>
            </a:r>
            <a:r>
              <a:rPr lang="en-US" sz="1600" b="1" dirty="0"/>
              <a:t>city-based, price-sensitive commuters</a:t>
            </a:r>
            <a:r>
              <a:rPr lang="en-US" sz="1600" dirty="0"/>
              <a:t> could </a:t>
            </a:r>
            <a:r>
              <a:rPr lang="en-US" sz="1600" b="1" dirty="0"/>
              <a:t>boost market expansion and brand penetration</a:t>
            </a:r>
            <a:r>
              <a:rPr lang="en-US" sz="1600" dirty="0"/>
              <a:t> in North America.</a:t>
            </a:r>
          </a:p>
          <a:p>
            <a:r>
              <a:rPr lang="en-US" sz="1600" b="1" dirty="0"/>
              <a:t>Low growth in new bike customers in first 3 quarters of 2013</a:t>
            </a:r>
            <a:r>
              <a:rPr lang="en-US" sz="1600" dirty="0"/>
              <a:t> suggests need for </a:t>
            </a:r>
            <a:r>
              <a:rPr lang="en-US" sz="1600" b="1" dirty="0"/>
              <a:t>deeper market surveys</a:t>
            </a:r>
            <a:r>
              <a:rPr lang="en-US" sz="1600" dirty="0"/>
              <a:t> and </a:t>
            </a:r>
            <a:r>
              <a:rPr lang="en-US" sz="1600" b="1" dirty="0"/>
              <a:t>customer demand analysis</a:t>
            </a:r>
            <a:r>
              <a:rPr lang="en-US" sz="1600" dirty="0"/>
              <a:t> to guide future product and pricing strategies.</a:t>
            </a:r>
          </a:p>
          <a:p>
            <a:endParaRPr lang="en-US" sz="1600" dirty="0"/>
          </a:p>
          <a:p>
            <a:endParaRPr lang="en-US" sz="1600" dirty="0"/>
          </a:p>
        </p:txBody>
      </p:sp>
    </p:spTree>
    <p:extLst>
      <p:ext uri="{BB962C8B-B14F-4D97-AF65-F5344CB8AC3E}">
        <p14:creationId xmlns:p14="http://schemas.microsoft.com/office/powerpoint/2010/main" val="4064282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2AE85-12F4-BDFB-D04F-EC2101BFA8E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8FB44644-4BD1-B365-0291-05751BFF46BA}"/>
              </a:ext>
            </a:extLst>
          </p:cNvPr>
          <p:cNvSpPr>
            <a:spLocks noGrp="1"/>
          </p:cNvSpPr>
          <p:nvPr>
            <p:ph type="title"/>
          </p:nvPr>
        </p:nvSpPr>
        <p:spPr>
          <a:xfrm>
            <a:off x="838200" y="365125"/>
            <a:ext cx="10515600" cy="534285"/>
          </a:xfrm>
        </p:spPr>
        <p:txBody>
          <a:bodyPr>
            <a:normAutofit fontScale="90000"/>
          </a:bodyPr>
          <a:lstStyle/>
          <a:p>
            <a:r>
              <a:rPr lang="en-US" b="1" dirty="0"/>
              <a:t>Conclusions</a:t>
            </a:r>
          </a:p>
        </p:txBody>
      </p:sp>
      <p:sp>
        <p:nvSpPr>
          <p:cNvPr id="3" name="Content Placeholder 2">
            <a:extLst>
              <a:ext uri="{FF2B5EF4-FFF2-40B4-BE49-F238E27FC236}">
                <a16:creationId xmlns:a16="http://schemas.microsoft.com/office/drawing/2014/main" id="{ABBE38C7-8BFE-7736-2874-8663B0DF7A86}"/>
              </a:ext>
            </a:extLst>
          </p:cNvPr>
          <p:cNvSpPr>
            <a:spLocks noGrp="1"/>
          </p:cNvSpPr>
          <p:nvPr>
            <p:ph idx="1"/>
          </p:nvPr>
        </p:nvSpPr>
        <p:spPr>
          <a:xfrm>
            <a:off x="1426464" y="1079292"/>
            <a:ext cx="9927336" cy="5097671"/>
          </a:xfrm>
        </p:spPr>
        <p:txBody>
          <a:bodyPr>
            <a:normAutofit/>
          </a:bodyPr>
          <a:lstStyle/>
          <a:p>
            <a:pPr marL="0" indent="0">
              <a:buNone/>
            </a:pPr>
            <a:r>
              <a:rPr lang="en-US" sz="1600" dirty="0"/>
              <a:t>Adventure Works continues to build momentum through </a:t>
            </a:r>
            <a:r>
              <a:rPr lang="en-US" sz="1600" b="1" dirty="0"/>
              <a:t>diversification, operational excellence, and customer loyalty</a:t>
            </a:r>
            <a:r>
              <a:rPr lang="en-US" sz="1600" dirty="0"/>
              <a:t>.</a:t>
            </a:r>
            <a:br>
              <a:rPr lang="en-US" sz="1600" dirty="0"/>
            </a:br>
            <a:r>
              <a:rPr lang="en-US" sz="1600" dirty="0"/>
              <a:t>Future growth should focus on:</a:t>
            </a:r>
            <a:br>
              <a:rPr lang="en-US" sz="1600" dirty="0"/>
            </a:br>
            <a:br>
              <a:rPr lang="en-US" sz="1600" dirty="0"/>
            </a:br>
            <a:endParaRPr lang="en-US" sz="1600" dirty="0"/>
          </a:p>
          <a:p>
            <a:r>
              <a:rPr lang="en-US" sz="1600" b="1" dirty="0"/>
              <a:t>Leveraging festive-season peaks (Q4)</a:t>
            </a:r>
            <a:r>
              <a:rPr lang="en-US" sz="1600" dirty="0"/>
              <a:t> for global sales drives.</a:t>
            </a:r>
          </a:p>
          <a:p>
            <a:r>
              <a:rPr lang="en-US" sz="1600" b="1" dirty="0"/>
              <a:t>Expanding high-margin Mountain Bikes production while maintaining varied range of Road Bikes.</a:t>
            </a:r>
            <a:endParaRPr lang="en-US" sz="1600" dirty="0"/>
          </a:p>
          <a:p>
            <a:r>
              <a:rPr lang="en-US" sz="1600" b="1" dirty="0"/>
              <a:t>Capitalizing on accessory bundling opportunities and diversification of revenue base.</a:t>
            </a:r>
            <a:endParaRPr lang="en-US" sz="1600" dirty="0"/>
          </a:p>
          <a:p>
            <a:r>
              <a:rPr lang="en-US" sz="1600" b="1" dirty="0"/>
              <a:t>Targeting Europe-like urban commuter audiences in major eastern U.S. cities</a:t>
            </a:r>
            <a:r>
              <a:rPr lang="en-US" sz="1600" dirty="0"/>
              <a:t> to strengthen its North American footprint.</a:t>
            </a:r>
          </a:p>
        </p:txBody>
      </p:sp>
    </p:spTree>
    <p:extLst>
      <p:ext uri="{BB962C8B-B14F-4D97-AF65-F5344CB8AC3E}">
        <p14:creationId xmlns:p14="http://schemas.microsoft.com/office/powerpoint/2010/main" val="2234470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6A3A5E-1ACD-168F-C6A5-A20395C9CC27}"/>
              </a:ext>
            </a:extLst>
          </p:cNvPr>
          <p:cNvSpPr>
            <a:spLocks noGrp="1"/>
          </p:cNvSpPr>
          <p:nvPr>
            <p:ph idx="1"/>
          </p:nvPr>
        </p:nvSpPr>
        <p:spPr>
          <a:xfrm>
            <a:off x="1484310" y="1209369"/>
            <a:ext cx="10018713" cy="4581832"/>
          </a:xfrm>
        </p:spPr>
        <p:txBody>
          <a:bodyPr>
            <a:normAutofit/>
          </a:bodyPr>
          <a:lstStyle/>
          <a:p>
            <a:pPr marL="0" indent="0" algn="ctr">
              <a:buNone/>
            </a:pPr>
            <a:r>
              <a:rPr lang="en-IN" sz="3600" b="1" dirty="0">
                <a:latin typeface="+mj-lt"/>
              </a:rPr>
              <a:t>THANK YOU </a:t>
            </a:r>
          </a:p>
        </p:txBody>
      </p:sp>
    </p:spTree>
    <p:extLst>
      <p:ext uri="{BB962C8B-B14F-4D97-AF65-F5344CB8AC3E}">
        <p14:creationId xmlns:p14="http://schemas.microsoft.com/office/powerpoint/2010/main" val="7374223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docProps/app.xml><?xml version="1.0" encoding="utf-8"?>
<Properties xmlns="http://schemas.openxmlformats.org/officeDocument/2006/extended-properties" xmlns:vt="http://schemas.openxmlformats.org/officeDocument/2006/docPropsVTypes">
  <Template>TM03457496[[fn=Parallax]]</Template>
  <TotalTime>160</TotalTime>
  <Words>694</Words>
  <Application>Microsoft Office PowerPoint</Application>
  <PresentationFormat>Widescreen</PresentationFormat>
  <Paragraphs>53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Corbel</vt:lpstr>
      <vt:lpstr>Wingdings</vt:lpstr>
      <vt:lpstr>Parallax</vt:lpstr>
      <vt:lpstr>Adventure works</vt:lpstr>
      <vt:lpstr>Group 4</vt:lpstr>
      <vt:lpstr>Overview</vt:lpstr>
      <vt:lpstr>Objective of the project </vt:lpstr>
      <vt:lpstr>Data Cleaning &amp; Modelling </vt:lpstr>
      <vt:lpstr>Excel Dashboard</vt:lpstr>
      <vt:lpstr>Tableau Dashboard</vt:lpstr>
      <vt:lpstr>Power Bi Dashboard</vt:lpstr>
      <vt:lpstr>SQL QUERIES </vt:lpstr>
      <vt:lpstr>PowerPoint Presentation</vt:lpstr>
      <vt:lpstr>PowerPoint Presentation</vt:lpstr>
      <vt:lpstr>Summary</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Dishant Chogle</dc:creator>
  <cp:lastModifiedBy>Sonali Virkar</cp:lastModifiedBy>
  <cp:revision>19</cp:revision>
  <dcterms:created xsi:type="dcterms:W3CDTF">2025-11-05T14:49:15Z</dcterms:created>
  <dcterms:modified xsi:type="dcterms:W3CDTF">2025-11-12T11:17:34Z</dcterms:modified>
</cp:coreProperties>
</file>